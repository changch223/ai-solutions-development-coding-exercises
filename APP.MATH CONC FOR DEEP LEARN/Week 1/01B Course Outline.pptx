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66">
          <p15:clr>
            <a:srgbClr val="A4A3A4"/>
          </p15:clr>
        </p15:guide>
        <p15:guide id="2" pos="1292">
          <p15:clr>
            <a:srgbClr val="A4A3A4"/>
          </p15:clr>
        </p15:guide>
      </p15:sldGuideLst>
    </p:ext>
    <p:ext uri="GoogleSlidesCustomDataVersion2">
      <go:slidesCustomData xmlns:go="http://customooxmlschemas.google.com/" r:id="rId13" roundtripDataSignature="AMtx7mhrOKnr3FoTFZZJhyiMUBOTChpV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1E452E-2D6D-4156-97B9-06BF38A0B750}">
  <a:tblStyle styleId="{781E452E-2D6D-4156-97B9-06BF38A0B750}"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F9FA"/>
          </a:solidFill>
        </a:fill>
      </a:tcStyle>
    </a:wholeTbl>
    <a:band1H>
      <a:tcTxStyle/>
      <a:tcStyle>
        <a:fill>
          <a:solidFill>
            <a:srgbClr val="E7F3F4"/>
          </a:solidFill>
        </a:fill>
      </a:tcStyle>
    </a:band1H>
    <a:band2H>
      <a:tcTxStyle/>
    </a:band2H>
    <a:band1V>
      <a:tcTxStyle/>
      <a:tcStyle>
        <a:fill>
          <a:solidFill>
            <a:srgbClr val="E7F3F4"/>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66" orient="horz"/>
        <p:guide pos="129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customschemas.google.com/relationships/presentationmetadata" Target="meta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 name="Google Shape;5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This is the “mathematical concepts for deep learning” course, which is  part of the T431 program. </a:t>
            </a:r>
            <a:endParaRPr/>
          </a:p>
          <a:p>
            <a:pPr indent="0" lvl="0" marL="0" rtl="0" algn="l">
              <a:spcBef>
                <a:spcPts val="360"/>
              </a:spcBef>
              <a:spcAft>
                <a:spcPts val="0"/>
              </a:spcAft>
              <a:buNone/>
            </a:pPr>
            <a:r>
              <a:rPr lang="en-CA"/>
              <a:t>It is preceded by 4 machine learning courses. </a:t>
            </a:r>
            <a:endParaRPr/>
          </a:p>
          <a:p>
            <a:pPr indent="0" lvl="0" marL="0" rtl="0" algn="l">
              <a:spcBef>
                <a:spcPts val="360"/>
              </a:spcBef>
              <a:spcAft>
                <a:spcPts val="0"/>
              </a:spcAft>
              <a:buNone/>
            </a:pPr>
            <a:r>
              <a:rPr lang="en-CA"/>
              <a:t>This course is introducing deep learning to students who are already familiar with machine learning. </a:t>
            </a:r>
            <a:endParaRPr/>
          </a:p>
        </p:txBody>
      </p:sp>
      <p:sp>
        <p:nvSpPr>
          <p:cNvPr id="63" name="Google Shape;6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A main goal for this course is to allow the students to become proficient in the Deep Learning fundamentals. These fundamental concepts  allow one to understand and explain how state-of-the-art, real-world deep learning solutions are implemented. We are going to start from the basics of deep learning, by introducing concepts such as tensors, optimization based on graduate grading decent, neural network architectures and activation functions. We will implement these basic concepts as part of the course, using PyTorch or Tensorflow. This part will go over about two weeks. These basic concepts are part of essentially every deep learning solutions regardless of the domain, whether it is visual, textual, auditory; or the type of task, be it analytical or generative.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CA"/>
              <a:t>The second part of the course will focus on deep learning for textual data, and will go over roughly two weeks. In that part of the course we will go over different types of recurrent neural networks introduce basic concepts for working with textual data using deep learning. Then we will introduce the Transformer architecture which revolutionized Text processing with deep learning. The transformer architecture is the one being used by essentially all state-of-the-art models in production and in academia for textual data (and in larger proportion for visual data). This technology is at the heart of models such as BERT and GPT. </a:t>
            </a:r>
            <a:endParaRPr/>
          </a:p>
          <a:p>
            <a:pPr indent="0" lvl="0" marL="0" rtl="0" algn="l">
              <a:spcBef>
                <a:spcPts val="360"/>
              </a:spcBef>
              <a:spcAft>
                <a:spcPts val="0"/>
              </a:spcAft>
              <a:buNone/>
            </a:pPr>
            <a:r>
              <a:t/>
            </a:r>
            <a:endParaRPr/>
          </a:p>
        </p:txBody>
      </p:sp>
      <p:sp>
        <p:nvSpPr>
          <p:cNvPr id="77" name="Google Shape;7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8" name="Google Shape;9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 name="Google Shape;10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3" name="Shape 13"/>
        <p:cNvGrpSpPr/>
        <p:nvPr/>
      </p:nvGrpSpPr>
      <p:grpSpPr>
        <a:xfrm>
          <a:off x="0" y="0"/>
          <a:ext cx="0" cy="0"/>
          <a:chOff x="0" y="0"/>
          <a:chExt cx="0" cy="0"/>
        </a:xfrm>
      </p:grpSpPr>
      <p:pic>
        <p:nvPicPr>
          <p:cNvPr descr="GBC PPT Main" id="14" name="Google Shape;14;p8"/>
          <p:cNvPicPr preferRelativeResize="0"/>
          <p:nvPr/>
        </p:nvPicPr>
        <p:blipFill rotWithShape="1">
          <a:blip r:embed="rId2">
            <a:alphaModFix/>
          </a:blip>
          <a:srcRect b="0" l="0" r="0" t="0"/>
          <a:stretch/>
        </p:blipFill>
        <p:spPr>
          <a:xfrm>
            <a:off x="-6350" y="0"/>
            <a:ext cx="9156700" cy="6858000"/>
          </a:xfrm>
          <a:prstGeom prst="rect">
            <a:avLst/>
          </a:prstGeom>
          <a:noFill/>
          <a:ln>
            <a:noFill/>
          </a:ln>
        </p:spPr>
      </p:pic>
      <p:sp>
        <p:nvSpPr>
          <p:cNvPr id="15" name="Google Shape;15;p8"/>
          <p:cNvSpPr txBox="1"/>
          <p:nvPr>
            <p:ph type="ctrTitle"/>
          </p:nvPr>
        </p:nvSpPr>
        <p:spPr>
          <a:xfrm>
            <a:off x="1955800" y="517525"/>
            <a:ext cx="7188200" cy="431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lvl1pPr lvl="0" algn="ctr">
              <a:spcBef>
                <a:spcPts val="1100"/>
              </a:spcBef>
              <a:spcAft>
                <a:spcPts val="0"/>
              </a:spcAft>
              <a:buSzPts val="4400"/>
              <a:buFont typeface="Noto Sans Symbols"/>
              <a:buNone/>
              <a:defRPr b="1" sz="4400"/>
            </a:lvl1pPr>
            <a:lvl2pPr lvl="1" algn="l">
              <a:spcBef>
                <a:spcPts val="1100"/>
              </a:spcBef>
              <a:spcAft>
                <a:spcPts val="0"/>
              </a:spcAft>
              <a:buSzPts val="1800"/>
              <a:buChar char="–"/>
              <a:defRPr/>
            </a:lvl2pPr>
            <a:lvl3pPr lvl="2" algn="l">
              <a:spcBef>
                <a:spcPts val="450"/>
              </a:spcBef>
              <a:spcAft>
                <a:spcPts val="0"/>
              </a:spcAft>
              <a:buSzPts val="1800"/>
              <a:buChar char="•"/>
              <a:defRPr/>
            </a:lvl3pPr>
            <a:lvl4pPr lvl="3" algn="l">
              <a:spcBef>
                <a:spcPts val="45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450"/>
              </a:spcAft>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500"/>
              </a:spcBef>
              <a:spcAft>
                <a:spcPts val="0"/>
              </a:spcAft>
              <a:buSzPts val="2000"/>
              <a:buNone/>
              <a:defRPr sz="2000"/>
            </a:lvl1pPr>
            <a:lvl2pPr indent="-228600" lvl="1" marL="914400" algn="l">
              <a:spcBef>
                <a:spcPts val="500"/>
              </a:spcBef>
              <a:spcAft>
                <a:spcPts val="0"/>
              </a:spcAft>
              <a:buSzPts val="1800"/>
              <a:buFont typeface="Arial"/>
              <a:buNone/>
              <a:defRPr sz="1800"/>
            </a:lvl2pPr>
            <a:lvl3pPr indent="-228600" lvl="2" marL="1371600" algn="l">
              <a:spcBef>
                <a:spcPts val="450"/>
              </a:spcBef>
              <a:spcAft>
                <a:spcPts val="0"/>
              </a:spcAft>
              <a:buSzPts val="1600"/>
              <a:buFont typeface="Arial"/>
              <a:buNone/>
              <a:defRPr sz="1600"/>
            </a:lvl3pPr>
            <a:lvl4pPr indent="-228600" lvl="3" marL="1828800" algn="l">
              <a:spcBef>
                <a:spcPts val="400"/>
              </a:spcBef>
              <a:spcAft>
                <a:spcPts val="0"/>
              </a:spcAft>
              <a:buSzPts val="1400"/>
              <a:buFont typeface="Arial"/>
              <a:buNone/>
              <a:defRPr sz="1400"/>
            </a:lvl4pPr>
            <a:lvl5pPr indent="-228600" lvl="4" marL="2286000" algn="l">
              <a:spcBef>
                <a:spcPts val="350"/>
              </a:spcBef>
              <a:spcAft>
                <a:spcPts val="0"/>
              </a:spcAft>
              <a:buSzPts val="1400"/>
              <a:buFont typeface="Arial"/>
              <a:buNone/>
              <a:defRPr sz="1400"/>
            </a:lvl5pPr>
            <a:lvl6pPr indent="-228600" lvl="5" marL="2743200" algn="l">
              <a:spcBef>
                <a:spcPts val="350"/>
              </a:spcBef>
              <a:spcAft>
                <a:spcPts val="0"/>
              </a:spcAft>
              <a:buSzPts val="1400"/>
              <a:buFont typeface="Arial"/>
              <a:buNone/>
              <a:defRPr sz="1400"/>
            </a:lvl6pPr>
            <a:lvl7pPr indent="-228600" lvl="6" marL="3200400" algn="l">
              <a:spcBef>
                <a:spcPts val="350"/>
              </a:spcBef>
              <a:spcAft>
                <a:spcPts val="0"/>
              </a:spcAft>
              <a:buSzPts val="1400"/>
              <a:buFont typeface="Arial"/>
              <a:buNone/>
              <a:defRPr sz="1400"/>
            </a:lvl7pPr>
            <a:lvl8pPr indent="-228600" lvl="7" marL="3657600" algn="l">
              <a:spcBef>
                <a:spcPts val="350"/>
              </a:spcBef>
              <a:spcAft>
                <a:spcPts val="0"/>
              </a:spcAft>
              <a:buSzPts val="1400"/>
              <a:buFont typeface="Arial"/>
              <a:buNone/>
              <a:defRPr sz="1400"/>
            </a:lvl8pPr>
            <a:lvl9pPr indent="-228600" lvl="8" marL="4114800" algn="l">
              <a:spcBef>
                <a:spcPts val="350"/>
              </a:spcBef>
              <a:spcAft>
                <a:spcPts val="350"/>
              </a:spcAft>
              <a:buSzPts val="1400"/>
              <a:buFont typeface="Arial"/>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11"/>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700"/>
              </a:spcBef>
              <a:spcAft>
                <a:spcPts val="0"/>
              </a:spcAft>
              <a:buSzPts val="2800"/>
              <a:buChar char="▪"/>
              <a:defRPr sz="2800"/>
            </a:lvl1pPr>
            <a:lvl2pPr indent="-381000" lvl="1" marL="914400" algn="l">
              <a:spcBef>
                <a:spcPts val="700"/>
              </a:spcBef>
              <a:spcAft>
                <a:spcPts val="0"/>
              </a:spcAft>
              <a:buSzPts val="2400"/>
              <a:buFont typeface="Arial"/>
              <a:buChar char="–"/>
              <a:defRPr sz="2400"/>
            </a:lvl2pPr>
            <a:lvl3pPr indent="-355600" lvl="2" marL="1371600" algn="l">
              <a:spcBef>
                <a:spcPts val="600"/>
              </a:spcBef>
              <a:spcAft>
                <a:spcPts val="0"/>
              </a:spcAft>
              <a:buSzPts val="2000"/>
              <a:buFont typeface="Arial"/>
              <a:buChar char="•"/>
              <a:defRPr sz="2000"/>
            </a:lvl3pPr>
            <a:lvl4pPr indent="-342900" lvl="3" marL="1828800" algn="l">
              <a:spcBef>
                <a:spcPts val="500"/>
              </a:spcBef>
              <a:spcAft>
                <a:spcPts val="0"/>
              </a:spcAft>
              <a:buSzPts val="1800"/>
              <a:buFont typeface="Arial"/>
              <a:buChar char="–"/>
              <a:defRPr sz="1800"/>
            </a:lvl4pPr>
            <a:lvl5pPr indent="-342900" lvl="4" marL="2286000" algn="l">
              <a:spcBef>
                <a:spcPts val="450"/>
              </a:spcBef>
              <a:spcAft>
                <a:spcPts val="0"/>
              </a:spcAft>
              <a:buSzPts val="1800"/>
              <a:buFont typeface="Arial"/>
              <a:buChar char="»"/>
              <a:defRPr sz="1800"/>
            </a:lvl5pPr>
            <a:lvl6pPr indent="-342900" lvl="5" marL="2743200" algn="l">
              <a:spcBef>
                <a:spcPts val="450"/>
              </a:spcBef>
              <a:spcAft>
                <a:spcPts val="0"/>
              </a:spcAft>
              <a:buSzPts val="1800"/>
              <a:buFont typeface="Arial"/>
              <a:buChar char="»"/>
              <a:defRPr sz="1800"/>
            </a:lvl6pPr>
            <a:lvl7pPr indent="-342900" lvl="6" marL="3200400" algn="l">
              <a:spcBef>
                <a:spcPts val="450"/>
              </a:spcBef>
              <a:spcAft>
                <a:spcPts val="0"/>
              </a:spcAft>
              <a:buSzPts val="1800"/>
              <a:buFont typeface="Arial"/>
              <a:buChar char="»"/>
              <a:defRPr sz="1800"/>
            </a:lvl7pPr>
            <a:lvl8pPr indent="-342900" lvl="7" marL="3657600" algn="l">
              <a:spcBef>
                <a:spcPts val="450"/>
              </a:spcBef>
              <a:spcAft>
                <a:spcPts val="0"/>
              </a:spcAft>
              <a:buSzPts val="1800"/>
              <a:buFont typeface="Arial"/>
              <a:buChar char="»"/>
              <a:defRPr sz="1800"/>
            </a:lvl8pPr>
            <a:lvl9pPr indent="-342900" lvl="8" marL="4114800" algn="l">
              <a:spcBef>
                <a:spcPts val="450"/>
              </a:spcBef>
              <a:spcAft>
                <a:spcPts val="450"/>
              </a:spcAft>
              <a:buSzPts val="1800"/>
              <a:buFont typeface="Arial"/>
              <a:buChar char="»"/>
              <a:defRPr sz="1800"/>
            </a:lvl9pPr>
          </a:lstStyle>
          <a:p/>
        </p:txBody>
      </p:sp>
      <p:sp>
        <p:nvSpPr>
          <p:cNvPr id="26" name="Google Shape;26;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700"/>
              </a:spcBef>
              <a:spcAft>
                <a:spcPts val="0"/>
              </a:spcAft>
              <a:buSzPts val="2800"/>
              <a:buChar char="▪"/>
              <a:defRPr sz="2800"/>
            </a:lvl1pPr>
            <a:lvl2pPr indent="-381000" lvl="1" marL="914400" algn="l">
              <a:spcBef>
                <a:spcPts val="700"/>
              </a:spcBef>
              <a:spcAft>
                <a:spcPts val="0"/>
              </a:spcAft>
              <a:buSzPts val="2400"/>
              <a:buFont typeface="Arial"/>
              <a:buChar char="–"/>
              <a:defRPr sz="2400"/>
            </a:lvl2pPr>
            <a:lvl3pPr indent="-355600" lvl="2" marL="1371600" algn="l">
              <a:spcBef>
                <a:spcPts val="600"/>
              </a:spcBef>
              <a:spcAft>
                <a:spcPts val="0"/>
              </a:spcAft>
              <a:buSzPts val="2000"/>
              <a:buFont typeface="Arial"/>
              <a:buChar char="•"/>
              <a:defRPr sz="2000"/>
            </a:lvl3pPr>
            <a:lvl4pPr indent="-342900" lvl="3" marL="1828800" algn="l">
              <a:spcBef>
                <a:spcPts val="500"/>
              </a:spcBef>
              <a:spcAft>
                <a:spcPts val="0"/>
              </a:spcAft>
              <a:buSzPts val="1800"/>
              <a:buFont typeface="Arial"/>
              <a:buChar char="–"/>
              <a:defRPr sz="1800"/>
            </a:lvl4pPr>
            <a:lvl5pPr indent="-342900" lvl="4" marL="2286000" algn="l">
              <a:spcBef>
                <a:spcPts val="450"/>
              </a:spcBef>
              <a:spcAft>
                <a:spcPts val="0"/>
              </a:spcAft>
              <a:buSzPts val="1800"/>
              <a:buFont typeface="Arial"/>
              <a:buChar char="»"/>
              <a:defRPr sz="1800"/>
            </a:lvl5pPr>
            <a:lvl6pPr indent="-342900" lvl="5" marL="2743200" algn="l">
              <a:spcBef>
                <a:spcPts val="450"/>
              </a:spcBef>
              <a:spcAft>
                <a:spcPts val="0"/>
              </a:spcAft>
              <a:buSzPts val="1800"/>
              <a:buFont typeface="Arial"/>
              <a:buChar char="»"/>
              <a:defRPr sz="1800"/>
            </a:lvl6pPr>
            <a:lvl7pPr indent="-342900" lvl="6" marL="3200400" algn="l">
              <a:spcBef>
                <a:spcPts val="450"/>
              </a:spcBef>
              <a:spcAft>
                <a:spcPts val="0"/>
              </a:spcAft>
              <a:buSzPts val="1800"/>
              <a:buFont typeface="Arial"/>
              <a:buChar char="»"/>
              <a:defRPr sz="1800"/>
            </a:lvl7pPr>
            <a:lvl8pPr indent="-342900" lvl="7" marL="3657600" algn="l">
              <a:spcBef>
                <a:spcPts val="450"/>
              </a:spcBef>
              <a:spcAft>
                <a:spcPts val="0"/>
              </a:spcAft>
              <a:buSzPts val="1800"/>
              <a:buFont typeface="Arial"/>
              <a:buChar char="»"/>
              <a:defRPr sz="1800"/>
            </a:lvl8pPr>
            <a:lvl9pPr indent="-342900" lvl="8" marL="4114800" algn="l">
              <a:spcBef>
                <a:spcPts val="450"/>
              </a:spcBef>
              <a:spcAft>
                <a:spcPts val="450"/>
              </a:spcAft>
              <a:buSzPts val="1800"/>
              <a:buFont typeface="Arial"/>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2400"/>
              <a:buNone/>
              <a:defRPr b="1" sz="2400"/>
            </a:lvl1pPr>
            <a:lvl2pPr indent="-228600" lvl="1" marL="914400" algn="l">
              <a:spcBef>
                <a:spcPts val="600"/>
              </a:spcBef>
              <a:spcAft>
                <a:spcPts val="0"/>
              </a:spcAft>
              <a:buSzPts val="2000"/>
              <a:buFont typeface="Arial"/>
              <a:buNone/>
              <a:defRPr b="1" sz="2000"/>
            </a:lvl2pPr>
            <a:lvl3pPr indent="-228600" lvl="2" marL="1371600" algn="l">
              <a:spcBef>
                <a:spcPts val="500"/>
              </a:spcBef>
              <a:spcAft>
                <a:spcPts val="0"/>
              </a:spcAft>
              <a:buSzPts val="1800"/>
              <a:buFont typeface="Arial"/>
              <a:buNone/>
              <a:defRPr b="1" sz="1800"/>
            </a:lvl3pPr>
            <a:lvl4pPr indent="-228600" lvl="3" marL="1828800" algn="l">
              <a:spcBef>
                <a:spcPts val="450"/>
              </a:spcBef>
              <a:spcAft>
                <a:spcPts val="0"/>
              </a:spcAft>
              <a:buSzPts val="1600"/>
              <a:buFont typeface="Arial"/>
              <a:buNone/>
              <a:defRPr b="1" sz="1600"/>
            </a:lvl4pPr>
            <a:lvl5pPr indent="-228600" lvl="4" marL="2286000" algn="l">
              <a:spcBef>
                <a:spcPts val="400"/>
              </a:spcBef>
              <a:spcAft>
                <a:spcPts val="0"/>
              </a:spcAft>
              <a:buSzPts val="1600"/>
              <a:buFont typeface="Arial"/>
              <a:buNone/>
              <a:defRPr b="1" sz="1600"/>
            </a:lvl5pPr>
            <a:lvl6pPr indent="-228600" lvl="5" marL="2743200" algn="l">
              <a:spcBef>
                <a:spcPts val="400"/>
              </a:spcBef>
              <a:spcAft>
                <a:spcPts val="0"/>
              </a:spcAft>
              <a:buSzPts val="1600"/>
              <a:buFont typeface="Arial"/>
              <a:buNone/>
              <a:defRPr b="1" sz="1600"/>
            </a:lvl6pPr>
            <a:lvl7pPr indent="-228600" lvl="6" marL="3200400" algn="l">
              <a:spcBef>
                <a:spcPts val="400"/>
              </a:spcBef>
              <a:spcAft>
                <a:spcPts val="0"/>
              </a:spcAft>
              <a:buSzPts val="1600"/>
              <a:buFont typeface="Arial"/>
              <a:buNone/>
              <a:defRPr b="1" sz="1600"/>
            </a:lvl7pPr>
            <a:lvl8pPr indent="-228600" lvl="7" marL="3657600" algn="l">
              <a:spcBef>
                <a:spcPts val="400"/>
              </a:spcBef>
              <a:spcAft>
                <a:spcPts val="0"/>
              </a:spcAft>
              <a:buSzPts val="1600"/>
              <a:buFont typeface="Arial"/>
              <a:buNone/>
              <a:defRPr b="1" sz="1600"/>
            </a:lvl8pPr>
            <a:lvl9pPr indent="-228600" lvl="8" marL="4114800" algn="l">
              <a:spcBef>
                <a:spcPts val="400"/>
              </a:spcBef>
              <a:spcAft>
                <a:spcPts val="400"/>
              </a:spcAft>
              <a:buSzPts val="1600"/>
              <a:buFont typeface="Arial"/>
              <a:buNone/>
              <a:defRPr b="1" sz="1600"/>
            </a:lvl9pPr>
          </a:lstStyle>
          <a:p/>
        </p:txBody>
      </p:sp>
      <p:sp>
        <p:nvSpPr>
          <p:cNvPr id="30" name="Google Shape;30;p1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600"/>
              </a:spcBef>
              <a:spcAft>
                <a:spcPts val="0"/>
              </a:spcAft>
              <a:buSzPts val="2400"/>
              <a:buChar char="▪"/>
              <a:defRPr sz="2400"/>
            </a:lvl1pPr>
            <a:lvl2pPr indent="-355600" lvl="1" marL="914400" algn="l">
              <a:spcBef>
                <a:spcPts val="600"/>
              </a:spcBef>
              <a:spcAft>
                <a:spcPts val="0"/>
              </a:spcAft>
              <a:buSzPts val="2000"/>
              <a:buFont typeface="Arial"/>
              <a:buChar char="–"/>
              <a:defRPr sz="2000"/>
            </a:lvl2pPr>
            <a:lvl3pPr indent="-342900" lvl="2" marL="1371600" algn="l">
              <a:spcBef>
                <a:spcPts val="500"/>
              </a:spcBef>
              <a:spcAft>
                <a:spcPts val="0"/>
              </a:spcAft>
              <a:buSzPts val="1800"/>
              <a:buFont typeface="Arial"/>
              <a:buChar char="•"/>
              <a:defRPr sz="1800"/>
            </a:lvl3pPr>
            <a:lvl4pPr indent="-330200" lvl="3" marL="1828800" algn="l">
              <a:spcBef>
                <a:spcPts val="450"/>
              </a:spcBef>
              <a:spcAft>
                <a:spcPts val="0"/>
              </a:spcAft>
              <a:buSzPts val="1600"/>
              <a:buFont typeface="Arial"/>
              <a:buChar char="–"/>
              <a:defRPr sz="1600"/>
            </a:lvl4pPr>
            <a:lvl5pPr indent="-330200" lvl="4" marL="2286000" algn="l">
              <a:spcBef>
                <a:spcPts val="400"/>
              </a:spcBef>
              <a:spcAft>
                <a:spcPts val="0"/>
              </a:spcAft>
              <a:buSzPts val="1600"/>
              <a:buFont typeface="Arial"/>
              <a:buChar char="»"/>
              <a:defRPr sz="1600"/>
            </a:lvl5pPr>
            <a:lvl6pPr indent="-330200" lvl="5" marL="2743200" algn="l">
              <a:spcBef>
                <a:spcPts val="400"/>
              </a:spcBef>
              <a:spcAft>
                <a:spcPts val="0"/>
              </a:spcAft>
              <a:buSzPts val="1600"/>
              <a:buFont typeface="Arial"/>
              <a:buChar char="»"/>
              <a:defRPr sz="1600"/>
            </a:lvl6pPr>
            <a:lvl7pPr indent="-330200" lvl="6" marL="3200400" algn="l">
              <a:spcBef>
                <a:spcPts val="400"/>
              </a:spcBef>
              <a:spcAft>
                <a:spcPts val="0"/>
              </a:spcAft>
              <a:buSzPts val="1600"/>
              <a:buFont typeface="Arial"/>
              <a:buChar char="»"/>
              <a:defRPr sz="1600"/>
            </a:lvl7pPr>
            <a:lvl8pPr indent="-330200" lvl="7" marL="3657600" algn="l">
              <a:spcBef>
                <a:spcPts val="400"/>
              </a:spcBef>
              <a:spcAft>
                <a:spcPts val="0"/>
              </a:spcAft>
              <a:buSzPts val="1600"/>
              <a:buFont typeface="Arial"/>
              <a:buChar char="»"/>
              <a:defRPr sz="1600"/>
            </a:lvl8pPr>
            <a:lvl9pPr indent="-330200" lvl="8" marL="4114800" algn="l">
              <a:spcBef>
                <a:spcPts val="400"/>
              </a:spcBef>
              <a:spcAft>
                <a:spcPts val="400"/>
              </a:spcAft>
              <a:buSzPts val="1600"/>
              <a:buFont typeface="Arial"/>
              <a:buChar char="»"/>
              <a:defRPr sz="1600"/>
            </a:lvl9pPr>
          </a:lstStyle>
          <a:p/>
        </p:txBody>
      </p:sp>
      <p:sp>
        <p:nvSpPr>
          <p:cNvPr id="31" name="Google Shape;31;p1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2400"/>
              <a:buNone/>
              <a:defRPr b="1" sz="2400"/>
            </a:lvl1pPr>
            <a:lvl2pPr indent="-228600" lvl="1" marL="914400" algn="l">
              <a:spcBef>
                <a:spcPts val="600"/>
              </a:spcBef>
              <a:spcAft>
                <a:spcPts val="0"/>
              </a:spcAft>
              <a:buSzPts val="2000"/>
              <a:buFont typeface="Arial"/>
              <a:buNone/>
              <a:defRPr b="1" sz="2000"/>
            </a:lvl2pPr>
            <a:lvl3pPr indent="-228600" lvl="2" marL="1371600" algn="l">
              <a:spcBef>
                <a:spcPts val="500"/>
              </a:spcBef>
              <a:spcAft>
                <a:spcPts val="0"/>
              </a:spcAft>
              <a:buSzPts val="1800"/>
              <a:buFont typeface="Arial"/>
              <a:buNone/>
              <a:defRPr b="1" sz="1800"/>
            </a:lvl3pPr>
            <a:lvl4pPr indent="-228600" lvl="3" marL="1828800" algn="l">
              <a:spcBef>
                <a:spcPts val="450"/>
              </a:spcBef>
              <a:spcAft>
                <a:spcPts val="0"/>
              </a:spcAft>
              <a:buSzPts val="1600"/>
              <a:buFont typeface="Arial"/>
              <a:buNone/>
              <a:defRPr b="1" sz="1600"/>
            </a:lvl4pPr>
            <a:lvl5pPr indent="-228600" lvl="4" marL="2286000" algn="l">
              <a:spcBef>
                <a:spcPts val="400"/>
              </a:spcBef>
              <a:spcAft>
                <a:spcPts val="0"/>
              </a:spcAft>
              <a:buSzPts val="1600"/>
              <a:buFont typeface="Arial"/>
              <a:buNone/>
              <a:defRPr b="1" sz="1600"/>
            </a:lvl5pPr>
            <a:lvl6pPr indent="-228600" lvl="5" marL="2743200" algn="l">
              <a:spcBef>
                <a:spcPts val="400"/>
              </a:spcBef>
              <a:spcAft>
                <a:spcPts val="0"/>
              </a:spcAft>
              <a:buSzPts val="1600"/>
              <a:buFont typeface="Arial"/>
              <a:buNone/>
              <a:defRPr b="1" sz="1600"/>
            </a:lvl6pPr>
            <a:lvl7pPr indent="-228600" lvl="6" marL="3200400" algn="l">
              <a:spcBef>
                <a:spcPts val="400"/>
              </a:spcBef>
              <a:spcAft>
                <a:spcPts val="0"/>
              </a:spcAft>
              <a:buSzPts val="1600"/>
              <a:buFont typeface="Arial"/>
              <a:buNone/>
              <a:defRPr b="1" sz="1600"/>
            </a:lvl7pPr>
            <a:lvl8pPr indent="-228600" lvl="7" marL="3657600" algn="l">
              <a:spcBef>
                <a:spcPts val="400"/>
              </a:spcBef>
              <a:spcAft>
                <a:spcPts val="0"/>
              </a:spcAft>
              <a:buSzPts val="1600"/>
              <a:buFont typeface="Arial"/>
              <a:buNone/>
              <a:defRPr b="1" sz="1600"/>
            </a:lvl8pPr>
            <a:lvl9pPr indent="-228600" lvl="8" marL="4114800" algn="l">
              <a:spcBef>
                <a:spcPts val="400"/>
              </a:spcBef>
              <a:spcAft>
                <a:spcPts val="400"/>
              </a:spcAft>
              <a:buSzPts val="1600"/>
              <a:buFont typeface="Arial"/>
              <a:buNone/>
              <a:defRPr b="1" sz="1600"/>
            </a:lvl9pPr>
          </a:lstStyle>
          <a:p/>
        </p:txBody>
      </p:sp>
      <p:sp>
        <p:nvSpPr>
          <p:cNvPr id="32" name="Google Shape;32;p1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600"/>
              </a:spcBef>
              <a:spcAft>
                <a:spcPts val="0"/>
              </a:spcAft>
              <a:buSzPts val="2400"/>
              <a:buChar char="▪"/>
              <a:defRPr sz="2400"/>
            </a:lvl1pPr>
            <a:lvl2pPr indent="-355600" lvl="1" marL="914400" algn="l">
              <a:spcBef>
                <a:spcPts val="600"/>
              </a:spcBef>
              <a:spcAft>
                <a:spcPts val="0"/>
              </a:spcAft>
              <a:buSzPts val="2000"/>
              <a:buFont typeface="Arial"/>
              <a:buChar char="–"/>
              <a:defRPr sz="2000"/>
            </a:lvl2pPr>
            <a:lvl3pPr indent="-342900" lvl="2" marL="1371600" algn="l">
              <a:spcBef>
                <a:spcPts val="500"/>
              </a:spcBef>
              <a:spcAft>
                <a:spcPts val="0"/>
              </a:spcAft>
              <a:buSzPts val="1800"/>
              <a:buFont typeface="Arial"/>
              <a:buChar char="•"/>
              <a:defRPr sz="1800"/>
            </a:lvl3pPr>
            <a:lvl4pPr indent="-330200" lvl="3" marL="1828800" algn="l">
              <a:spcBef>
                <a:spcPts val="450"/>
              </a:spcBef>
              <a:spcAft>
                <a:spcPts val="0"/>
              </a:spcAft>
              <a:buSzPts val="1600"/>
              <a:buFont typeface="Arial"/>
              <a:buChar char="–"/>
              <a:defRPr sz="1600"/>
            </a:lvl4pPr>
            <a:lvl5pPr indent="-330200" lvl="4" marL="2286000" algn="l">
              <a:spcBef>
                <a:spcPts val="400"/>
              </a:spcBef>
              <a:spcAft>
                <a:spcPts val="0"/>
              </a:spcAft>
              <a:buSzPts val="1600"/>
              <a:buFont typeface="Arial"/>
              <a:buChar char="»"/>
              <a:defRPr sz="1600"/>
            </a:lvl5pPr>
            <a:lvl6pPr indent="-330200" lvl="5" marL="2743200" algn="l">
              <a:spcBef>
                <a:spcPts val="400"/>
              </a:spcBef>
              <a:spcAft>
                <a:spcPts val="0"/>
              </a:spcAft>
              <a:buSzPts val="1600"/>
              <a:buFont typeface="Arial"/>
              <a:buChar char="»"/>
              <a:defRPr sz="1600"/>
            </a:lvl6pPr>
            <a:lvl7pPr indent="-330200" lvl="6" marL="3200400" algn="l">
              <a:spcBef>
                <a:spcPts val="400"/>
              </a:spcBef>
              <a:spcAft>
                <a:spcPts val="0"/>
              </a:spcAft>
              <a:buSzPts val="1600"/>
              <a:buFont typeface="Arial"/>
              <a:buChar char="»"/>
              <a:defRPr sz="1600"/>
            </a:lvl7pPr>
            <a:lvl8pPr indent="-330200" lvl="7" marL="3657600" algn="l">
              <a:spcBef>
                <a:spcPts val="400"/>
              </a:spcBef>
              <a:spcAft>
                <a:spcPts val="0"/>
              </a:spcAft>
              <a:buSzPts val="1600"/>
              <a:buFont typeface="Arial"/>
              <a:buChar char="»"/>
              <a:defRPr sz="1600"/>
            </a:lvl8pPr>
            <a:lvl9pPr indent="-330200" lvl="8" marL="4114800" algn="l">
              <a:spcBef>
                <a:spcPts val="400"/>
              </a:spcBef>
              <a:spcAft>
                <a:spcPts val="400"/>
              </a:spcAft>
              <a:buSzPts val="1600"/>
              <a:buFont typeface="Arial"/>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3"/>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800"/>
              </a:spcBef>
              <a:spcAft>
                <a:spcPts val="0"/>
              </a:spcAft>
              <a:buSzPts val="3200"/>
              <a:buChar char="▪"/>
              <a:defRPr sz="3200"/>
            </a:lvl1pPr>
            <a:lvl2pPr indent="-406400" lvl="1" marL="914400" algn="l">
              <a:spcBef>
                <a:spcPts val="800"/>
              </a:spcBef>
              <a:spcAft>
                <a:spcPts val="0"/>
              </a:spcAft>
              <a:buSzPts val="2800"/>
              <a:buFont typeface="Arial"/>
              <a:buChar char="–"/>
              <a:defRPr sz="2800"/>
            </a:lvl2pPr>
            <a:lvl3pPr indent="-381000" lvl="2" marL="1371600" algn="l">
              <a:spcBef>
                <a:spcPts val="700"/>
              </a:spcBef>
              <a:spcAft>
                <a:spcPts val="0"/>
              </a:spcAft>
              <a:buSzPts val="2400"/>
              <a:buFont typeface="Arial"/>
              <a:buChar char="•"/>
              <a:defRPr sz="2400"/>
            </a:lvl3pPr>
            <a:lvl4pPr indent="-355600" lvl="3" marL="1828800" algn="l">
              <a:spcBef>
                <a:spcPts val="600"/>
              </a:spcBef>
              <a:spcAft>
                <a:spcPts val="0"/>
              </a:spcAft>
              <a:buSzPts val="2000"/>
              <a:buFont typeface="Arial"/>
              <a:buChar char="–"/>
              <a:defRPr sz="2000"/>
            </a:lvl4pPr>
            <a:lvl5pPr indent="-355600" lvl="4" marL="2286000" algn="l">
              <a:spcBef>
                <a:spcPts val="500"/>
              </a:spcBef>
              <a:spcAft>
                <a:spcPts val="0"/>
              </a:spcAft>
              <a:buSzPts val="2000"/>
              <a:buFont typeface="Arial"/>
              <a:buChar char="»"/>
              <a:defRPr sz="2000"/>
            </a:lvl5pPr>
            <a:lvl6pPr indent="-355600" lvl="5" marL="2743200" algn="l">
              <a:spcBef>
                <a:spcPts val="500"/>
              </a:spcBef>
              <a:spcAft>
                <a:spcPts val="0"/>
              </a:spcAft>
              <a:buSzPts val="2000"/>
              <a:buFont typeface="Arial"/>
              <a:buChar char="»"/>
              <a:defRPr sz="2000"/>
            </a:lvl6pPr>
            <a:lvl7pPr indent="-355600" lvl="6" marL="3200400" algn="l">
              <a:spcBef>
                <a:spcPts val="500"/>
              </a:spcBef>
              <a:spcAft>
                <a:spcPts val="0"/>
              </a:spcAft>
              <a:buSzPts val="2000"/>
              <a:buFont typeface="Arial"/>
              <a:buChar char="»"/>
              <a:defRPr sz="2000"/>
            </a:lvl7pPr>
            <a:lvl8pPr indent="-355600" lvl="7" marL="3657600" algn="l">
              <a:spcBef>
                <a:spcPts val="500"/>
              </a:spcBef>
              <a:spcAft>
                <a:spcPts val="0"/>
              </a:spcAft>
              <a:buSzPts val="2000"/>
              <a:buFont typeface="Arial"/>
              <a:buChar char="»"/>
              <a:defRPr sz="2000"/>
            </a:lvl8pPr>
            <a:lvl9pPr indent="-355600" lvl="8" marL="4114800" algn="l">
              <a:spcBef>
                <a:spcPts val="500"/>
              </a:spcBef>
              <a:spcAft>
                <a:spcPts val="500"/>
              </a:spcAft>
              <a:buSzPts val="2000"/>
              <a:buFont typeface="Arial"/>
              <a:buChar char="»"/>
              <a:defRPr sz="2000"/>
            </a:lvl9pPr>
          </a:lstStyle>
          <a:p/>
        </p:txBody>
      </p:sp>
      <p:sp>
        <p:nvSpPr>
          <p:cNvPr id="39" name="Google Shape;39;p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350"/>
              </a:spcBef>
              <a:spcAft>
                <a:spcPts val="0"/>
              </a:spcAft>
              <a:buSzPts val="1400"/>
              <a:buNone/>
              <a:defRPr sz="1400"/>
            </a:lvl1pPr>
            <a:lvl2pPr indent="-228600" lvl="1" marL="914400" algn="l">
              <a:spcBef>
                <a:spcPts val="350"/>
              </a:spcBef>
              <a:spcAft>
                <a:spcPts val="0"/>
              </a:spcAft>
              <a:buSzPts val="1200"/>
              <a:buFont typeface="Arial"/>
              <a:buNone/>
              <a:defRPr sz="1200"/>
            </a:lvl2pPr>
            <a:lvl3pPr indent="-228600" lvl="2" marL="1371600" algn="l">
              <a:spcBef>
                <a:spcPts val="300"/>
              </a:spcBef>
              <a:spcAft>
                <a:spcPts val="0"/>
              </a:spcAft>
              <a:buSzPts val="1000"/>
              <a:buFont typeface="Arial"/>
              <a:buNone/>
              <a:defRPr sz="1000"/>
            </a:lvl3pPr>
            <a:lvl4pPr indent="-228600" lvl="3" marL="1828800" algn="l">
              <a:spcBef>
                <a:spcPts val="250"/>
              </a:spcBef>
              <a:spcAft>
                <a:spcPts val="0"/>
              </a:spcAft>
              <a:buSzPts val="900"/>
              <a:buFont typeface="Arial"/>
              <a:buNone/>
              <a:defRPr sz="900"/>
            </a:lvl4pPr>
            <a:lvl5pPr indent="-228600" lvl="4" marL="2286000" algn="l">
              <a:spcBef>
                <a:spcPts val="225"/>
              </a:spcBef>
              <a:spcAft>
                <a:spcPts val="0"/>
              </a:spcAft>
              <a:buSzPts val="900"/>
              <a:buFont typeface="Arial"/>
              <a:buNone/>
              <a:defRPr sz="900"/>
            </a:lvl5pPr>
            <a:lvl6pPr indent="-228600" lvl="5" marL="2743200" algn="l">
              <a:spcBef>
                <a:spcPts val="225"/>
              </a:spcBef>
              <a:spcAft>
                <a:spcPts val="0"/>
              </a:spcAft>
              <a:buSzPts val="900"/>
              <a:buFont typeface="Arial"/>
              <a:buNone/>
              <a:defRPr sz="900"/>
            </a:lvl6pPr>
            <a:lvl7pPr indent="-228600" lvl="6" marL="3200400" algn="l">
              <a:spcBef>
                <a:spcPts val="225"/>
              </a:spcBef>
              <a:spcAft>
                <a:spcPts val="0"/>
              </a:spcAft>
              <a:buSzPts val="900"/>
              <a:buFont typeface="Arial"/>
              <a:buNone/>
              <a:defRPr sz="900"/>
            </a:lvl7pPr>
            <a:lvl8pPr indent="-228600" lvl="7" marL="3657600" algn="l">
              <a:spcBef>
                <a:spcPts val="225"/>
              </a:spcBef>
              <a:spcAft>
                <a:spcPts val="0"/>
              </a:spcAft>
              <a:buSzPts val="900"/>
              <a:buFont typeface="Arial"/>
              <a:buNone/>
              <a:defRPr sz="900"/>
            </a:lvl8pPr>
            <a:lvl9pPr indent="-228600" lvl="8" marL="4114800" algn="l">
              <a:spcBef>
                <a:spcPts val="225"/>
              </a:spcBef>
              <a:spcAft>
                <a:spcPts val="225"/>
              </a:spcAft>
              <a:buSzPts val="900"/>
              <a:buFont typeface="Arial"/>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0" name="Shape 40"/>
        <p:cNvGrpSpPr/>
        <p:nvPr/>
      </p:nvGrpSpPr>
      <p:grpSpPr>
        <a:xfrm>
          <a:off x="0" y="0"/>
          <a:ext cx="0" cy="0"/>
          <a:chOff x="0" y="0"/>
          <a:chExt cx="0" cy="0"/>
        </a:xfrm>
      </p:grpSpPr>
      <p:sp>
        <p:nvSpPr>
          <p:cNvPr id="41" name="Google Shape;41;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p:nvPr>
            <p:ph idx="2" type="pic"/>
          </p:nvPr>
        </p:nvSpPr>
        <p:spPr>
          <a:xfrm>
            <a:off x="1792288" y="612775"/>
            <a:ext cx="5486400" cy="4114800"/>
          </a:xfrm>
          <a:prstGeom prst="rect">
            <a:avLst/>
          </a:prstGeom>
          <a:noFill/>
          <a:ln>
            <a:noFill/>
          </a:ln>
        </p:spPr>
      </p:sp>
      <p:sp>
        <p:nvSpPr>
          <p:cNvPr id="43" name="Google Shape;43;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350"/>
              </a:spcBef>
              <a:spcAft>
                <a:spcPts val="0"/>
              </a:spcAft>
              <a:buSzPts val="1400"/>
              <a:buNone/>
              <a:defRPr sz="1400"/>
            </a:lvl1pPr>
            <a:lvl2pPr indent="-228600" lvl="1" marL="914400" algn="l">
              <a:spcBef>
                <a:spcPts val="350"/>
              </a:spcBef>
              <a:spcAft>
                <a:spcPts val="0"/>
              </a:spcAft>
              <a:buSzPts val="1200"/>
              <a:buFont typeface="Arial"/>
              <a:buNone/>
              <a:defRPr sz="1200"/>
            </a:lvl2pPr>
            <a:lvl3pPr indent="-228600" lvl="2" marL="1371600" algn="l">
              <a:spcBef>
                <a:spcPts val="300"/>
              </a:spcBef>
              <a:spcAft>
                <a:spcPts val="0"/>
              </a:spcAft>
              <a:buSzPts val="1000"/>
              <a:buFont typeface="Arial"/>
              <a:buNone/>
              <a:defRPr sz="1000"/>
            </a:lvl3pPr>
            <a:lvl4pPr indent="-228600" lvl="3" marL="1828800" algn="l">
              <a:spcBef>
                <a:spcPts val="250"/>
              </a:spcBef>
              <a:spcAft>
                <a:spcPts val="0"/>
              </a:spcAft>
              <a:buSzPts val="900"/>
              <a:buFont typeface="Arial"/>
              <a:buNone/>
              <a:defRPr sz="900"/>
            </a:lvl4pPr>
            <a:lvl5pPr indent="-228600" lvl="4" marL="2286000" algn="l">
              <a:spcBef>
                <a:spcPts val="225"/>
              </a:spcBef>
              <a:spcAft>
                <a:spcPts val="0"/>
              </a:spcAft>
              <a:buSzPts val="900"/>
              <a:buFont typeface="Arial"/>
              <a:buNone/>
              <a:defRPr sz="900"/>
            </a:lvl5pPr>
            <a:lvl6pPr indent="-228600" lvl="5" marL="2743200" algn="l">
              <a:spcBef>
                <a:spcPts val="225"/>
              </a:spcBef>
              <a:spcAft>
                <a:spcPts val="0"/>
              </a:spcAft>
              <a:buSzPts val="900"/>
              <a:buFont typeface="Arial"/>
              <a:buNone/>
              <a:defRPr sz="900"/>
            </a:lvl6pPr>
            <a:lvl7pPr indent="-228600" lvl="6" marL="3200400" algn="l">
              <a:spcBef>
                <a:spcPts val="225"/>
              </a:spcBef>
              <a:spcAft>
                <a:spcPts val="0"/>
              </a:spcAft>
              <a:buSzPts val="900"/>
              <a:buFont typeface="Arial"/>
              <a:buNone/>
              <a:defRPr sz="900"/>
            </a:lvl7pPr>
            <a:lvl8pPr indent="-228600" lvl="7" marL="3657600" algn="l">
              <a:spcBef>
                <a:spcPts val="225"/>
              </a:spcBef>
              <a:spcAft>
                <a:spcPts val="0"/>
              </a:spcAft>
              <a:buSzPts val="900"/>
              <a:buFont typeface="Arial"/>
              <a:buNone/>
              <a:defRPr sz="900"/>
            </a:lvl8pPr>
            <a:lvl9pPr indent="-228600" lvl="8" marL="4114800" algn="l">
              <a:spcBef>
                <a:spcPts val="225"/>
              </a:spcBef>
              <a:spcAft>
                <a:spcPts val="225"/>
              </a:spcAft>
              <a:buSzPts val="900"/>
              <a:buFont typeface="Arial"/>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4" name="Shape 44"/>
        <p:cNvGrpSpPr/>
        <p:nvPr/>
      </p:nvGrpSpPr>
      <p:grpSpPr>
        <a:xfrm>
          <a:off x="0" y="0"/>
          <a:ext cx="0" cy="0"/>
          <a:chOff x="0" y="0"/>
          <a:chExt cx="0" cy="0"/>
        </a:xfrm>
      </p:grpSpPr>
      <p:sp>
        <p:nvSpPr>
          <p:cNvPr id="45" name="Google Shape;45;p1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18"/>
          <p:cNvSpPr txBox="1"/>
          <p:nvPr>
            <p:ph type="title"/>
          </p:nvPr>
        </p:nvSpPr>
        <p:spPr>
          <a:xfrm rot="5400000">
            <a:off x="4994275" y="2195513"/>
            <a:ext cx="5745163" cy="211613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 type="body"/>
          </p:nvPr>
        </p:nvSpPr>
        <p:spPr>
          <a:xfrm rot="5400000">
            <a:off x="684213" y="153987"/>
            <a:ext cx="5745163" cy="61991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SzPts val="1800"/>
              <a:buChar char="▪"/>
              <a:defRPr/>
            </a:lvl1pPr>
            <a:lvl2pPr indent="-342900" lvl="1" marL="914400" algn="l">
              <a:spcBef>
                <a:spcPts val="450"/>
              </a:spcBef>
              <a:spcAft>
                <a:spcPts val="0"/>
              </a:spcAft>
              <a:buSzPts val="1800"/>
              <a:buChar char="–"/>
              <a:defRPr/>
            </a:lvl2pPr>
            <a:lvl3pPr indent="-342900" lvl="2" marL="1371600" algn="l">
              <a:spcBef>
                <a:spcPts val="450"/>
              </a:spcBef>
              <a:spcAft>
                <a:spcPts val="0"/>
              </a:spcAft>
              <a:buSzPts val="1800"/>
              <a:buChar char="•"/>
              <a:defRPr/>
            </a:lvl3pPr>
            <a:lvl4pPr indent="-342900" lvl="3" marL="1828800" algn="l">
              <a:spcBef>
                <a:spcPts val="450"/>
              </a:spcBef>
              <a:spcAft>
                <a:spcPts val="0"/>
              </a:spcAft>
              <a:buSzPts val="1800"/>
              <a:buChar char="–"/>
              <a:defRPr/>
            </a:lvl4pPr>
            <a:lvl5pPr indent="-342900" lvl="4" marL="2286000" algn="l">
              <a:spcBef>
                <a:spcPts val="450"/>
              </a:spcBef>
              <a:spcAft>
                <a:spcPts val="0"/>
              </a:spcAft>
              <a:buSzPts val="1800"/>
              <a:buChar char="»"/>
              <a:defRPr/>
            </a:lvl5pPr>
            <a:lvl6pPr indent="-342900" lvl="5" marL="2743200" algn="l">
              <a:spcBef>
                <a:spcPts val="450"/>
              </a:spcBef>
              <a:spcAft>
                <a:spcPts val="0"/>
              </a:spcAft>
              <a:buSzPts val="1800"/>
              <a:buChar char="»"/>
              <a:defRPr/>
            </a:lvl6pPr>
            <a:lvl7pPr indent="-342900" lvl="6" marL="3200400" algn="l">
              <a:spcBef>
                <a:spcPts val="450"/>
              </a:spcBef>
              <a:spcAft>
                <a:spcPts val="0"/>
              </a:spcAft>
              <a:buSzPts val="1800"/>
              <a:buChar char="»"/>
              <a:defRPr/>
            </a:lvl7pPr>
            <a:lvl8pPr indent="-342900" lvl="7" marL="3657600" algn="l">
              <a:spcBef>
                <a:spcPts val="450"/>
              </a:spcBef>
              <a:spcAft>
                <a:spcPts val="0"/>
              </a:spcAft>
              <a:buSzPts val="1800"/>
              <a:buChar char="»"/>
              <a:defRPr/>
            </a:lvl8pPr>
            <a:lvl9pPr indent="-342900" lvl="8" marL="4114800" algn="l">
              <a:spcBef>
                <a:spcPts val="450"/>
              </a:spcBef>
              <a:spcAft>
                <a:spcPts val="450"/>
              </a:spcAft>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50" name="Shape 50"/>
        <p:cNvGrpSpPr/>
        <p:nvPr/>
      </p:nvGrpSpPr>
      <p:grpSpPr>
        <a:xfrm>
          <a:off x="0" y="0"/>
          <a:ext cx="0" cy="0"/>
          <a:chOff x="0" y="0"/>
          <a:chExt cx="0" cy="0"/>
        </a:xfrm>
      </p:grpSpPr>
      <p:sp>
        <p:nvSpPr>
          <p:cNvPr id="51" name="Google Shape;51;p19"/>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p:nvPr>
            <p:ph idx="2" type="dgm"/>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lvl="1" marR="0" rtl="0" algn="l">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lvl="2" marR="0" rtl="0" algn="l">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lvl="3" marR="0" rtl="0" algn="l">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lvl="4"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lvl="5"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lvl="6"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lvl="7"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lvl="8" marR="0" rtl="0" algn="l">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Template Slide with white slide Background. The template slide has a top section as a horizontal bar with blue background. The top section contains the George Brown College logo (top left). The footer is separated from the white background with a blue line." id="10" name="Google Shape;10;p7"/>
          <p:cNvPicPr preferRelativeResize="0"/>
          <p:nvPr/>
        </p:nvPicPr>
        <p:blipFill rotWithShape="1">
          <a:blip r:embed="rId1">
            <a:alphaModFix/>
          </a:blip>
          <a:srcRect b="0" l="0" r="0" t="0"/>
          <a:stretch/>
        </p:blipFill>
        <p:spPr>
          <a:xfrm>
            <a:off x="-6350" y="0"/>
            <a:ext cx="9156700" cy="6858000"/>
          </a:xfrm>
          <a:prstGeom prst="rect">
            <a:avLst/>
          </a:prstGeom>
          <a:noFill/>
          <a:ln>
            <a:noFill/>
          </a:ln>
        </p:spPr>
      </p:pic>
      <p:sp>
        <p:nvSpPr>
          <p:cNvPr id="11" name="Google Shape;11;p7"/>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3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1" i="0" sz="36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1" i="0" sz="36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1" i="0" sz="36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1" i="0" sz="3600" u="none" cap="none" strike="noStrike">
                <a:solidFill>
                  <a:schemeClr val="dk2"/>
                </a:solidFill>
                <a:latin typeface="Arial"/>
                <a:ea typeface="Arial"/>
                <a:cs typeface="Arial"/>
                <a:sym typeface="Arial"/>
              </a:defRPr>
            </a:lvl9pPr>
          </a:lstStyle>
          <a:p/>
        </p:txBody>
      </p:sp>
      <p:sp>
        <p:nvSpPr>
          <p:cNvPr id="12" name="Google Shape;12;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700"/>
              </a:spcBef>
              <a:spcAft>
                <a:spcPts val="0"/>
              </a:spcAft>
              <a:buClr>
                <a:srgbClr val="005AA6"/>
              </a:buClr>
              <a:buSzPts val="2800"/>
              <a:buFont typeface="Noto Sans Symbols"/>
              <a:buChar char="▪"/>
              <a:defRPr b="0" i="0" sz="2800" u="none" cap="none" strike="noStrike">
                <a:solidFill>
                  <a:srgbClr val="4D4D4D"/>
                </a:solidFill>
                <a:latin typeface="Arial"/>
                <a:ea typeface="Arial"/>
                <a:cs typeface="Arial"/>
                <a:sym typeface="Arial"/>
              </a:defRPr>
            </a:lvl1pPr>
            <a:lvl2pPr indent="-381000" lvl="1" marL="914400" marR="0" rtl="0" algn="l">
              <a:spcBef>
                <a:spcPts val="700"/>
              </a:spcBef>
              <a:spcAft>
                <a:spcPts val="0"/>
              </a:spcAft>
              <a:buClr>
                <a:srgbClr val="005AA6"/>
              </a:buClr>
              <a:buSzPts val="2400"/>
              <a:buFont typeface="Arial"/>
              <a:buChar char="–"/>
              <a:defRPr b="0" i="0" sz="2400" u="none" cap="none" strike="noStrike">
                <a:solidFill>
                  <a:srgbClr val="4D4D4D"/>
                </a:solidFill>
                <a:latin typeface="Arial"/>
                <a:ea typeface="Arial"/>
                <a:cs typeface="Arial"/>
                <a:sym typeface="Arial"/>
              </a:defRPr>
            </a:lvl2pPr>
            <a:lvl3pPr indent="-355600" lvl="2" marL="1371600" marR="0" rtl="0" algn="l">
              <a:spcBef>
                <a:spcPts val="600"/>
              </a:spcBef>
              <a:spcAft>
                <a:spcPts val="0"/>
              </a:spcAft>
              <a:buClr>
                <a:srgbClr val="005AA6"/>
              </a:buClr>
              <a:buSzPts val="2000"/>
              <a:buFont typeface="Arial"/>
              <a:buChar char="•"/>
              <a:defRPr b="0" i="0" sz="2000" u="none" cap="none" strike="noStrike">
                <a:solidFill>
                  <a:srgbClr val="4D4D4D"/>
                </a:solidFill>
                <a:latin typeface="Arial"/>
                <a:ea typeface="Arial"/>
                <a:cs typeface="Arial"/>
                <a:sym typeface="Arial"/>
              </a:defRPr>
            </a:lvl3pPr>
            <a:lvl4pPr indent="-342900" lvl="3" marL="1828800" marR="0" rtl="0" algn="l">
              <a:spcBef>
                <a:spcPts val="50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4pPr>
            <a:lvl5pPr indent="-342900" lvl="4" marL="22860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5pPr>
            <a:lvl6pPr indent="-342900" lvl="5" marL="27432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6pPr>
            <a:lvl7pPr indent="-342900" lvl="6" marL="32004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7pPr>
            <a:lvl8pPr indent="-342900" lvl="7" marL="3657600" marR="0" rtl="0" algn="l">
              <a:spcBef>
                <a:spcPts val="450"/>
              </a:spcBef>
              <a:spcAft>
                <a:spcPts val="0"/>
              </a:spcAft>
              <a:buClr>
                <a:srgbClr val="005AA6"/>
              </a:buClr>
              <a:buSzPts val="1800"/>
              <a:buFont typeface="Arial"/>
              <a:buChar char="»"/>
              <a:defRPr b="0" i="0" sz="1800" u="none" cap="none" strike="noStrike">
                <a:solidFill>
                  <a:srgbClr val="4D4D4D"/>
                </a:solidFill>
                <a:latin typeface="Arial"/>
                <a:ea typeface="Arial"/>
                <a:cs typeface="Arial"/>
                <a:sym typeface="Arial"/>
              </a:defRPr>
            </a:lvl8pPr>
            <a:lvl9pPr indent="-342900" lvl="8" marL="4114800" marR="0" rtl="0" algn="l">
              <a:spcBef>
                <a:spcPts val="450"/>
              </a:spcBef>
              <a:spcAft>
                <a:spcPts val="450"/>
              </a:spcAft>
              <a:buClr>
                <a:srgbClr val="005AA6"/>
              </a:buClr>
              <a:buSzPts val="1800"/>
              <a:buFont typeface="Arial"/>
              <a:buChar char="»"/>
              <a:defRPr b="0" i="0" sz="1800" u="none" cap="none" strike="noStrike">
                <a:solidFill>
                  <a:srgbClr val="4D4D4D"/>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0" Type="http://schemas.openxmlformats.org/officeDocument/2006/relationships/hyperlink" Target="https://commons.wikimedia.org/w/index.php?curid=72801384" TargetMode="External"/><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commons.wikimedia.org/w/index.php?curid=121340680" TargetMode="External"/><Relationship Id="rId4" Type="http://schemas.openxmlformats.org/officeDocument/2006/relationships/image" Target="../media/image3.png"/><Relationship Id="rId9" Type="http://schemas.openxmlformats.org/officeDocument/2006/relationships/hyperlink" Target="https://commons.wikimedia.org/wiki/File:Matrix_multiplication_qtl1.svg#/media/File:Matrix_multiplication_qtl1.svg" TargetMode="External"/><Relationship Id="rId5" Type="http://schemas.openxmlformats.org/officeDocument/2006/relationships/image" Target="../media/image6.jp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hyperlink" Target="https://commons.wikimedia.org/w/index.php?curid=2056935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1955800" y="363150"/>
            <a:ext cx="7188200" cy="431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AASD4011: Mathematical Concepts for Deep Learning</a:t>
            </a:r>
            <a:endParaRPr sz="2800"/>
          </a:p>
        </p:txBody>
      </p:sp>
      <p:sp>
        <p:nvSpPr>
          <p:cNvPr id="59" name="Google Shape;59;p1"/>
          <p:cNvSpPr txBox="1"/>
          <p:nvPr>
            <p:ph idx="1" type="subTitle"/>
          </p:nvPr>
        </p:nvSpPr>
        <p:spPr>
          <a:xfrm>
            <a:off x="838200" y="2408238"/>
            <a:ext cx="74676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4400"/>
              <a:buNone/>
            </a:pPr>
            <a:r>
              <a:rPr lang="en-CA"/>
              <a:t>Course Outline</a:t>
            </a:r>
            <a:endParaRPr sz="320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T431 and AASD4011</a:t>
            </a:r>
            <a:endParaRPr/>
          </a:p>
        </p:txBody>
      </p:sp>
      <p:graphicFrame>
        <p:nvGraphicFramePr>
          <p:cNvPr id="66" name="Google Shape;66;p2"/>
          <p:cNvGraphicFramePr/>
          <p:nvPr/>
        </p:nvGraphicFramePr>
        <p:xfrm>
          <a:off x="2749138" y="3764742"/>
          <a:ext cx="3000000" cy="3000000"/>
        </p:xfrm>
        <a:graphic>
          <a:graphicData uri="http://schemas.openxmlformats.org/drawingml/2006/table">
            <a:tbl>
              <a:tblPr bandRow="1">
                <a:noFill/>
                <a:tableStyleId>{781E452E-2D6D-4156-97B9-06BF38A0B750}</a:tableStyleId>
              </a:tblPr>
              <a:tblGrid>
                <a:gridCol w="2057400"/>
              </a:tblGrid>
              <a:tr h="370850">
                <a:tc>
                  <a:txBody>
                    <a:bodyPr/>
                    <a:lstStyle/>
                    <a:p>
                      <a:pPr indent="0" lvl="0" marL="0" marR="0" rtl="0" algn="ctr">
                        <a:lnSpc>
                          <a:spcPct val="100000"/>
                        </a:lnSpc>
                        <a:spcBef>
                          <a:spcPts val="0"/>
                        </a:spcBef>
                        <a:spcAft>
                          <a:spcPts val="0"/>
                        </a:spcAft>
                        <a:buClr>
                          <a:srgbClr val="44969F"/>
                        </a:buClr>
                        <a:buSzPts val="1800"/>
                        <a:buFont typeface="Arial"/>
                        <a:buNone/>
                      </a:pPr>
                      <a:r>
                        <a:rPr b="1" i="1" lang="en-CA" sz="1800" u="none" cap="none" strike="noStrike">
                          <a:solidFill>
                            <a:srgbClr val="44969F"/>
                          </a:solidFill>
                        </a:rPr>
                        <a:t>MC DL1</a:t>
                      </a:r>
                      <a:endParaRPr/>
                    </a:p>
                  </a:txBody>
                  <a:tcPr marT="45725" marB="45725" marR="91450" marL="91450"/>
                </a:tc>
              </a:tr>
              <a:tr h="370850">
                <a:tc>
                  <a:txBody>
                    <a:bodyPr/>
                    <a:lstStyle/>
                    <a:p>
                      <a:pPr indent="0" lvl="0" marL="0" marR="0" rtl="0" algn="ctr">
                        <a:lnSpc>
                          <a:spcPct val="100000"/>
                        </a:lnSpc>
                        <a:spcBef>
                          <a:spcPts val="0"/>
                        </a:spcBef>
                        <a:spcAft>
                          <a:spcPts val="0"/>
                        </a:spcAft>
                        <a:buClr>
                          <a:schemeClr val="dk1"/>
                        </a:buClr>
                        <a:buSzPts val="1800"/>
                        <a:buFont typeface="Arial"/>
                        <a:buNone/>
                      </a:pPr>
                      <a:r>
                        <a:rPr lang="en-CA" sz="1800" u="none" cap="none" strike="noStrike"/>
                        <a:t>Applied DL1</a:t>
                      </a:r>
                      <a:endParaRPr/>
                    </a:p>
                  </a:txBody>
                  <a:tcPr marT="45725" marB="45725" marR="91450" marL="91450"/>
                </a:tc>
              </a:tr>
            </a:tbl>
          </a:graphicData>
        </a:graphic>
      </p:graphicFrame>
      <p:graphicFrame>
        <p:nvGraphicFramePr>
          <p:cNvPr id="67" name="Google Shape;67;p2"/>
          <p:cNvGraphicFramePr/>
          <p:nvPr/>
        </p:nvGraphicFramePr>
        <p:xfrm>
          <a:off x="2749138" y="2566355"/>
          <a:ext cx="3000000" cy="3000000"/>
        </p:xfrm>
        <a:graphic>
          <a:graphicData uri="http://schemas.openxmlformats.org/drawingml/2006/table">
            <a:tbl>
              <a:tblPr bandRow="1">
                <a:noFill/>
                <a:tableStyleId>{781E452E-2D6D-4156-97B9-06BF38A0B750}</a:tableStyleId>
              </a:tblPr>
              <a:tblGrid>
                <a:gridCol w="2057400"/>
              </a:tblGrid>
              <a:tr h="370850">
                <a:tc>
                  <a:txBody>
                    <a:bodyPr/>
                    <a:lstStyle/>
                    <a:p>
                      <a:pPr indent="0" lvl="0" marL="0" marR="0" rtl="0" algn="ctr">
                        <a:spcBef>
                          <a:spcPts val="0"/>
                        </a:spcBef>
                        <a:spcAft>
                          <a:spcPts val="0"/>
                        </a:spcAft>
                        <a:buNone/>
                      </a:pPr>
                      <a:r>
                        <a:rPr lang="en-CA" sz="1800" u="none" cap="none" strike="noStrike"/>
                        <a:t>MC ML1</a:t>
                      </a:r>
                      <a:endParaRPr/>
                    </a:p>
                  </a:txBody>
                  <a:tcPr marT="45725" marB="45725" marR="91450" marL="91450"/>
                </a:tc>
              </a:tr>
              <a:tr h="370850">
                <a:tc>
                  <a:txBody>
                    <a:bodyPr/>
                    <a:lstStyle/>
                    <a:p>
                      <a:pPr indent="0" lvl="0" marL="0" marR="0" rtl="0" algn="ctr">
                        <a:spcBef>
                          <a:spcPts val="0"/>
                        </a:spcBef>
                        <a:spcAft>
                          <a:spcPts val="0"/>
                        </a:spcAft>
                        <a:buNone/>
                      </a:pPr>
                      <a:r>
                        <a:rPr lang="en-CA" sz="1800" u="none" cap="none" strike="noStrike"/>
                        <a:t>Applied ML1</a:t>
                      </a:r>
                      <a:endParaRPr/>
                    </a:p>
                  </a:txBody>
                  <a:tcPr marT="45725" marB="45725" marR="91450" marL="91450"/>
                </a:tc>
              </a:tr>
            </a:tbl>
          </a:graphicData>
        </a:graphic>
      </p:graphicFrame>
      <p:graphicFrame>
        <p:nvGraphicFramePr>
          <p:cNvPr id="68" name="Google Shape;68;p2"/>
          <p:cNvGraphicFramePr/>
          <p:nvPr/>
        </p:nvGraphicFramePr>
        <p:xfrm>
          <a:off x="5093030" y="3764742"/>
          <a:ext cx="3000000" cy="3000000"/>
        </p:xfrm>
        <a:graphic>
          <a:graphicData uri="http://schemas.openxmlformats.org/drawingml/2006/table">
            <a:tbl>
              <a:tblPr bandRow="1">
                <a:noFill/>
                <a:tableStyleId>{781E452E-2D6D-4156-97B9-06BF38A0B750}</a:tableStyleId>
              </a:tblPr>
              <a:tblGrid>
                <a:gridCol w="2057400"/>
              </a:tblGrid>
              <a:tr h="370850">
                <a:tc>
                  <a:txBody>
                    <a:bodyPr/>
                    <a:lstStyle/>
                    <a:p>
                      <a:pPr indent="0" lvl="0" marL="0" marR="0" rtl="0" algn="ctr">
                        <a:spcBef>
                          <a:spcPts val="0"/>
                        </a:spcBef>
                        <a:spcAft>
                          <a:spcPts val="0"/>
                        </a:spcAft>
                        <a:buNone/>
                      </a:pPr>
                      <a:r>
                        <a:rPr lang="en-CA" sz="1800" u="none" cap="none" strike="noStrike"/>
                        <a:t>MC DL2</a:t>
                      </a:r>
                      <a:endParaRPr/>
                    </a:p>
                  </a:txBody>
                  <a:tcPr marT="45725" marB="45725" marR="91450" marL="91450"/>
                </a:tc>
              </a:tr>
              <a:tr h="370850">
                <a:tc>
                  <a:txBody>
                    <a:bodyPr/>
                    <a:lstStyle/>
                    <a:p>
                      <a:pPr indent="0" lvl="0" marL="0" marR="0" rtl="0" algn="ctr">
                        <a:spcBef>
                          <a:spcPts val="0"/>
                        </a:spcBef>
                        <a:spcAft>
                          <a:spcPts val="0"/>
                        </a:spcAft>
                        <a:buNone/>
                      </a:pPr>
                      <a:r>
                        <a:rPr lang="en-CA" sz="1800" u="none" cap="none" strike="noStrike"/>
                        <a:t>Applied DL2</a:t>
                      </a:r>
                      <a:endParaRPr/>
                    </a:p>
                  </a:txBody>
                  <a:tcPr marT="45725" marB="45725" marR="91450" marL="91450"/>
                </a:tc>
              </a:tr>
            </a:tbl>
          </a:graphicData>
        </a:graphic>
      </p:graphicFrame>
      <p:graphicFrame>
        <p:nvGraphicFramePr>
          <p:cNvPr id="69" name="Google Shape;69;p2"/>
          <p:cNvGraphicFramePr/>
          <p:nvPr/>
        </p:nvGraphicFramePr>
        <p:xfrm>
          <a:off x="5093030" y="2566355"/>
          <a:ext cx="3000000" cy="3000000"/>
        </p:xfrm>
        <a:graphic>
          <a:graphicData uri="http://schemas.openxmlformats.org/drawingml/2006/table">
            <a:tbl>
              <a:tblPr bandRow="1">
                <a:noFill/>
                <a:tableStyleId>{781E452E-2D6D-4156-97B9-06BF38A0B750}</a:tableStyleId>
              </a:tblPr>
              <a:tblGrid>
                <a:gridCol w="2057400"/>
              </a:tblGrid>
              <a:tr h="370850">
                <a:tc>
                  <a:txBody>
                    <a:bodyPr/>
                    <a:lstStyle/>
                    <a:p>
                      <a:pPr indent="0" lvl="0" marL="0" marR="0" rtl="0" algn="ctr">
                        <a:spcBef>
                          <a:spcPts val="0"/>
                        </a:spcBef>
                        <a:spcAft>
                          <a:spcPts val="0"/>
                        </a:spcAft>
                        <a:buNone/>
                      </a:pPr>
                      <a:r>
                        <a:rPr lang="en-CA" sz="1800" u="none" cap="none" strike="noStrike"/>
                        <a:t>MC ML1</a:t>
                      </a:r>
                      <a:endParaRPr/>
                    </a:p>
                  </a:txBody>
                  <a:tcPr marT="45725" marB="45725" marR="91450" marL="91450"/>
                </a:tc>
              </a:tr>
              <a:tr h="370850">
                <a:tc>
                  <a:txBody>
                    <a:bodyPr/>
                    <a:lstStyle/>
                    <a:p>
                      <a:pPr indent="0" lvl="0" marL="0" marR="0" rtl="0" algn="ctr">
                        <a:spcBef>
                          <a:spcPts val="0"/>
                        </a:spcBef>
                        <a:spcAft>
                          <a:spcPts val="0"/>
                        </a:spcAft>
                        <a:buNone/>
                      </a:pPr>
                      <a:r>
                        <a:rPr lang="en-CA" sz="1800" u="none" cap="none" strike="noStrike"/>
                        <a:t>Applied DL1</a:t>
                      </a:r>
                      <a:endParaRPr/>
                    </a:p>
                  </a:txBody>
                  <a:tcPr marT="45725" marB="45725" marR="91450" marL="91450"/>
                </a:tc>
              </a:tr>
            </a:tbl>
          </a:graphicData>
        </a:graphic>
      </p:graphicFrame>
      <p:graphicFrame>
        <p:nvGraphicFramePr>
          <p:cNvPr id="70" name="Google Shape;70;p2"/>
          <p:cNvGraphicFramePr/>
          <p:nvPr/>
        </p:nvGraphicFramePr>
        <p:xfrm>
          <a:off x="2749138" y="1868943"/>
          <a:ext cx="3000000" cy="3000000"/>
        </p:xfrm>
        <a:graphic>
          <a:graphicData uri="http://schemas.openxmlformats.org/drawingml/2006/table">
            <a:tbl>
              <a:tblPr bandRow="1" firstRow="1">
                <a:noFill/>
                <a:tableStyleId>{781E452E-2D6D-4156-97B9-06BF38A0B750}</a:tableStyleId>
              </a:tblPr>
              <a:tblGrid>
                <a:gridCol w="2057400"/>
              </a:tblGrid>
              <a:tr h="370850">
                <a:tc>
                  <a:txBody>
                    <a:bodyPr/>
                    <a:lstStyle/>
                    <a:p>
                      <a:pPr indent="0" lvl="0" marL="0" marR="0" rtl="0" algn="ctr">
                        <a:spcBef>
                          <a:spcPts val="0"/>
                        </a:spcBef>
                        <a:spcAft>
                          <a:spcPts val="0"/>
                        </a:spcAft>
                        <a:buNone/>
                      </a:pPr>
                      <a:r>
                        <a:rPr lang="en-CA" sz="1800" u="none" cap="none" strike="noStrike">
                          <a:solidFill>
                            <a:schemeClr val="dk1"/>
                          </a:solidFill>
                        </a:rPr>
                        <a:t>Period 1</a:t>
                      </a:r>
                      <a:endParaRPr/>
                    </a:p>
                  </a:txBody>
                  <a:tcPr marT="45725" marB="45725" marR="91450" marL="91450"/>
                </a:tc>
              </a:tr>
            </a:tbl>
          </a:graphicData>
        </a:graphic>
      </p:graphicFrame>
      <p:graphicFrame>
        <p:nvGraphicFramePr>
          <p:cNvPr id="71" name="Google Shape;71;p2"/>
          <p:cNvGraphicFramePr/>
          <p:nvPr/>
        </p:nvGraphicFramePr>
        <p:xfrm>
          <a:off x="5093030" y="1868875"/>
          <a:ext cx="3000000" cy="3000000"/>
        </p:xfrm>
        <a:graphic>
          <a:graphicData uri="http://schemas.openxmlformats.org/drawingml/2006/table">
            <a:tbl>
              <a:tblPr bandRow="1" firstRow="1">
                <a:noFill/>
                <a:tableStyleId>{781E452E-2D6D-4156-97B9-06BF38A0B750}</a:tableStyleId>
              </a:tblPr>
              <a:tblGrid>
                <a:gridCol w="2057400"/>
              </a:tblGrid>
              <a:tr h="244925">
                <a:tc>
                  <a:txBody>
                    <a:bodyPr/>
                    <a:lstStyle/>
                    <a:p>
                      <a:pPr indent="0" lvl="0" marL="0" marR="0" rtl="0" algn="ctr">
                        <a:spcBef>
                          <a:spcPts val="0"/>
                        </a:spcBef>
                        <a:spcAft>
                          <a:spcPts val="0"/>
                        </a:spcAft>
                        <a:buNone/>
                      </a:pPr>
                      <a:r>
                        <a:rPr lang="en-CA" sz="1800" u="none" cap="none" strike="noStrike">
                          <a:solidFill>
                            <a:schemeClr val="dk1"/>
                          </a:solidFill>
                        </a:rPr>
                        <a:t>Period 3</a:t>
                      </a:r>
                      <a:endParaRPr/>
                    </a:p>
                  </a:txBody>
                  <a:tcPr marT="45725" marB="45725" marR="91450" marL="91450"/>
                </a:tc>
              </a:tr>
            </a:tbl>
          </a:graphicData>
        </a:graphic>
      </p:graphicFrame>
      <p:graphicFrame>
        <p:nvGraphicFramePr>
          <p:cNvPr id="72" name="Google Shape;72;p2"/>
          <p:cNvGraphicFramePr/>
          <p:nvPr/>
        </p:nvGraphicFramePr>
        <p:xfrm>
          <a:off x="125506" y="2566355"/>
          <a:ext cx="3000000" cy="3000000"/>
        </p:xfrm>
        <a:graphic>
          <a:graphicData uri="http://schemas.openxmlformats.org/drawingml/2006/table">
            <a:tbl>
              <a:tblPr bandRow="1" firstRow="1">
                <a:noFill/>
                <a:tableStyleId>{781E452E-2D6D-4156-97B9-06BF38A0B750}</a:tableStyleId>
              </a:tblPr>
              <a:tblGrid>
                <a:gridCol w="2337150"/>
              </a:tblGrid>
              <a:tr h="370850">
                <a:tc>
                  <a:txBody>
                    <a:bodyPr/>
                    <a:lstStyle/>
                    <a:p>
                      <a:pPr indent="0" lvl="0" marL="0" marR="0" rtl="0" algn="ctr">
                        <a:spcBef>
                          <a:spcPts val="0"/>
                        </a:spcBef>
                        <a:spcAft>
                          <a:spcPts val="0"/>
                        </a:spcAft>
                        <a:buNone/>
                      </a:pPr>
                      <a:r>
                        <a:rPr lang="en-CA" sz="1800" u="none" cap="none" strike="noStrike">
                          <a:solidFill>
                            <a:schemeClr val="dk1"/>
                          </a:solidFill>
                        </a:rPr>
                        <a:t>First Semester</a:t>
                      </a:r>
                      <a:endParaRPr/>
                    </a:p>
                  </a:txBody>
                  <a:tcPr marT="45725" marB="45725" marR="91450" marL="91450"/>
                </a:tc>
              </a:tr>
            </a:tbl>
          </a:graphicData>
        </a:graphic>
      </p:graphicFrame>
      <p:graphicFrame>
        <p:nvGraphicFramePr>
          <p:cNvPr id="73" name="Google Shape;73;p2"/>
          <p:cNvGraphicFramePr/>
          <p:nvPr/>
        </p:nvGraphicFramePr>
        <p:xfrm>
          <a:off x="125506" y="3764742"/>
          <a:ext cx="3000000" cy="3000000"/>
        </p:xfrm>
        <a:graphic>
          <a:graphicData uri="http://schemas.openxmlformats.org/drawingml/2006/table">
            <a:tbl>
              <a:tblPr bandRow="1" firstRow="1">
                <a:noFill/>
                <a:tableStyleId>{781E452E-2D6D-4156-97B9-06BF38A0B750}</a:tableStyleId>
              </a:tblPr>
              <a:tblGrid>
                <a:gridCol w="2337150"/>
              </a:tblGrid>
              <a:tr h="370850">
                <a:tc>
                  <a:txBody>
                    <a:bodyPr/>
                    <a:lstStyle/>
                    <a:p>
                      <a:pPr indent="0" lvl="0" marL="0" marR="0" rtl="0" algn="ctr">
                        <a:spcBef>
                          <a:spcPts val="0"/>
                        </a:spcBef>
                        <a:spcAft>
                          <a:spcPts val="0"/>
                        </a:spcAft>
                        <a:buNone/>
                      </a:pPr>
                      <a:r>
                        <a:rPr lang="en-CA" sz="1800" u="none" cap="none" strike="noStrike">
                          <a:solidFill>
                            <a:schemeClr val="dk1"/>
                          </a:solidFill>
                        </a:rPr>
                        <a:t>Second Semester</a:t>
                      </a:r>
                      <a:endParaRPr/>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AASD4011: Two Parts</a:t>
            </a:r>
            <a:endParaRPr/>
          </a:p>
        </p:txBody>
      </p:sp>
      <p:sp>
        <p:nvSpPr>
          <p:cNvPr id="80" name="Google Shape;80;p3"/>
          <p:cNvSpPr txBox="1"/>
          <p:nvPr/>
        </p:nvSpPr>
        <p:spPr>
          <a:xfrm>
            <a:off x="6792685" y="6550223"/>
            <a:ext cx="25404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1400" u="none" cap="none" strike="noStrike">
                <a:solidFill>
                  <a:schemeClr val="dk1"/>
                </a:solidFill>
                <a:latin typeface="Arial"/>
                <a:ea typeface="Arial"/>
                <a:cs typeface="Arial"/>
                <a:sym typeface="Arial"/>
              </a:rPr>
              <a:t>By Yuening Jia, </a:t>
            </a:r>
            <a:r>
              <a:rPr b="0" i="0" lang="en-CA" sz="1400" u="sng" cap="none" strike="noStrike">
                <a:solidFill>
                  <a:schemeClr val="dk1"/>
                </a:solidFill>
                <a:latin typeface="Arial"/>
                <a:ea typeface="Arial"/>
                <a:cs typeface="Arial"/>
                <a:sym typeface="Arial"/>
                <a:hlinkClick r:id="rId3">
                  <a:extLst>
                    <a:ext uri="{A12FA001-AC4F-418D-AE19-62706E023703}">
                      <ahyp:hlinkClr val="tx"/>
                    </a:ext>
                  </a:extLst>
                </a:hlinkClick>
              </a:rPr>
              <a:t>Wikipedia</a:t>
            </a:r>
            <a:endParaRPr sz="1400">
              <a:solidFill>
                <a:schemeClr val="dk1"/>
              </a:solidFill>
              <a:latin typeface="Arial"/>
              <a:ea typeface="Arial"/>
              <a:cs typeface="Arial"/>
              <a:sym typeface="Arial"/>
            </a:endParaRPr>
          </a:p>
        </p:txBody>
      </p:sp>
      <p:pic>
        <p:nvPicPr>
          <p:cNvPr descr="Diagram&#10;&#10;Description automatically generated" id="81" name="Google Shape;81;p3"/>
          <p:cNvPicPr preferRelativeResize="0"/>
          <p:nvPr/>
        </p:nvPicPr>
        <p:blipFill rotWithShape="1">
          <a:blip r:embed="rId4">
            <a:alphaModFix/>
          </a:blip>
          <a:srcRect b="0" l="0" r="0" t="0"/>
          <a:stretch/>
        </p:blipFill>
        <p:spPr>
          <a:xfrm>
            <a:off x="4479925" y="2116429"/>
            <a:ext cx="4445000" cy="4000500"/>
          </a:xfrm>
          <a:prstGeom prst="rect">
            <a:avLst/>
          </a:prstGeom>
          <a:noFill/>
          <a:ln>
            <a:noFill/>
          </a:ln>
        </p:spPr>
      </p:pic>
      <p:sp>
        <p:nvSpPr>
          <p:cNvPr id="82" name="Google Shape;82;p3"/>
          <p:cNvSpPr txBox="1"/>
          <p:nvPr/>
        </p:nvSpPr>
        <p:spPr>
          <a:xfrm>
            <a:off x="5427662" y="1221471"/>
            <a:ext cx="324280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A" sz="2400">
                <a:solidFill>
                  <a:schemeClr val="dk1"/>
                </a:solidFill>
                <a:latin typeface="Arial"/>
                <a:ea typeface="Arial"/>
                <a:cs typeface="Arial"/>
                <a:sym typeface="Arial"/>
              </a:rPr>
              <a:t>Transformers</a:t>
            </a:r>
            <a:endParaRPr/>
          </a:p>
        </p:txBody>
      </p:sp>
      <p:sp>
        <p:nvSpPr>
          <p:cNvPr id="83" name="Google Shape;83;p3"/>
          <p:cNvSpPr txBox="1"/>
          <p:nvPr/>
        </p:nvSpPr>
        <p:spPr>
          <a:xfrm>
            <a:off x="473529" y="1221471"/>
            <a:ext cx="324280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A" sz="2400">
                <a:solidFill>
                  <a:schemeClr val="dk1"/>
                </a:solidFill>
                <a:latin typeface="Arial"/>
                <a:ea typeface="Arial"/>
                <a:cs typeface="Arial"/>
                <a:sym typeface="Arial"/>
              </a:rPr>
              <a:t>Fundamentals</a:t>
            </a:r>
            <a:endParaRPr/>
          </a:p>
        </p:txBody>
      </p:sp>
      <p:pic>
        <p:nvPicPr>
          <p:cNvPr descr="Chart, box and whisker chart&#10;&#10;Description automatically generated" id="84" name="Google Shape;84;p3"/>
          <p:cNvPicPr preferRelativeResize="0"/>
          <p:nvPr/>
        </p:nvPicPr>
        <p:blipFill rotWithShape="1">
          <a:blip r:embed="rId5">
            <a:alphaModFix/>
          </a:blip>
          <a:srcRect b="0" l="0" r="0" t="0"/>
          <a:stretch/>
        </p:blipFill>
        <p:spPr>
          <a:xfrm>
            <a:off x="1248669" y="2032622"/>
            <a:ext cx="1714287" cy="937014"/>
          </a:xfrm>
          <a:prstGeom prst="rect">
            <a:avLst/>
          </a:prstGeom>
          <a:noFill/>
          <a:ln>
            <a:noFill/>
          </a:ln>
        </p:spPr>
      </p:pic>
      <p:pic>
        <p:nvPicPr>
          <p:cNvPr id="85" name="Google Shape;85;p3"/>
          <p:cNvPicPr preferRelativeResize="0"/>
          <p:nvPr/>
        </p:nvPicPr>
        <p:blipFill rotWithShape="1">
          <a:blip r:embed="rId6">
            <a:alphaModFix/>
          </a:blip>
          <a:srcRect b="0" l="0" r="0" t="0"/>
          <a:stretch/>
        </p:blipFill>
        <p:spPr>
          <a:xfrm>
            <a:off x="473529" y="2898123"/>
            <a:ext cx="2590800" cy="1781175"/>
          </a:xfrm>
          <a:prstGeom prst="rect">
            <a:avLst/>
          </a:prstGeom>
          <a:noFill/>
          <a:ln>
            <a:noFill/>
          </a:ln>
        </p:spPr>
      </p:pic>
      <p:pic>
        <p:nvPicPr>
          <p:cNvPr id="86" name="Google Shape;86;p3"/>
          <p:cNvPicPr preferRelativeResize="0"/>
          <p:nvPr>
            <p:ph idx="1" type="body"/>
          </p:nvPr>
        </p:nvPicPr>
        <p:blipFill rotWithShape="1">
          <a:blip r:embed="rId7">
            <a:alphaModFix/>
          </a:blip>
          <a:srcRect b="0" l="0" r="0" t="0"/>
          <a:stretch/>
        </p:blipFill>
        <p:spPr>
          <a:xfrm>
            <a:off x="1248669" y="4116679"/>
            <a:ext cx="2193251" cy="2350617"/>
          </a:xfrm>
          <a:prstGeom prst="rect">
            <a:avLst/>
          </a:prstGeom>
          <a:noFill/>
          <a:ln>
            <a:noFill/>
          </a:ln>
        </p:spPr>
      </p:pic>
      <p:sp>
        <p:nvSpPr>
          <p:cNvPr id="87" name="Google Shape;87;p3"/>
          <p:cNvSpPr txBox="1"/>
          <p:nvPr/>
        </p:nvSpPr>
        <p:spPr>
          <a:xfrm>
            <a:off x="2647559" y="6550223"/>
            <a:ext cx="106877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A" sz="1400" u="sng">
                <a:solidFill>
                  <a:schemeClr val="dk1"/>
                </a:solidFill>
                <a:latin typeface="Arial"/>
                <a:ea typeface="Arial"/>
                <a:cs typeface="Arial"/>
                <a:sym typeface="Arial"/>
                <a:hlinkClick r:id="rId8">
                  <a:extLst>
                    <a:ext uri="{A12FA001-AC4F-418D-AE19-62706E023703}">
                      <ahyp:hlinkClr val="tx"/>
                    </a:ext>
                  </a:extLst>
                </a:hlinkClick>
              </a:rPr>
              <a:t>Wikipedia</a:t>
            </a:r>
            <a:endParaRPr sz="1400">
              <a:solidFill>
                <a:schemeClr val="dk1"/>
              </a:solidFill>
              <a:latin typeface="Arial"/>
              <a:ea typeface="Arial"/>
              <a:cs typeface="Arial"/>
              <a:sym typeface="Arial"/>
            </a:endParaRPr>
          </a:p>
        </p:txBody>
      </p:sp>
      <p:sp>
        <p:nvSpPr>
          <p:cNvPr id="88" name="Google Shape;88;p3"/>
          <p:cNvSpPr txBox="1"/>
          <p:nvPr/>
        </p:nvSpPr>
        <p:spPr>
          <a:xfrm>
            <a:off x="-35264" y="6544780"/>
            <a:ext cx="11446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1400" u="sng" strike="noStrike">
                <a:solidFill>
                  <a:schemeClr val="dk1"/>
                </a:solidFill>
                <a:latin typeface="Arial"/>
                <a:ea typeface="Arial"/>
                <a:cs typeface="Arial"/>
                <a:sym typeface="Arial"/>
                <a:hlinkClick r:id="rId9">
                  <a:extLst>
                    <a:ext uri="{A12FA001-AC4F-418D-AE19-62706E023703}">
                      <ahyp:hlinkClr val="tx"/>
                    </a:ext>
                  </a:extLst>
                </a:hlinkClick>
              </a:rPr>
              <a:t>Wikipedia</a:t>
            </a:r>
            <a:endParaRPr sz="1800">
              <a:solidFill>
                <a:schemeClr val="dk1"/>
              </a:solidFill>
              <a:latin typeface="Arial"/>
              <a:ea typeface="Arial"/>
              <a:cs typeface="Arial"/>
              <a:sym typeface="Arial"/>
            </a:endParaRPr>
          </a:p>
        </p:txBody>
      </p:sp>
      <p:sp>
        <p:nvSpPr>
          <p:cNvPr id="89" name="Google Shape;89;p3"/>
          <p:cNvSpPr txBox="1"/>
          <p:nvPr/>
        </p:nvSpPr>
        <p:spPr>
          <a:xfrm>
            <a:off x="1216726" y="6544779"/>
            <a:ext cx="110440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CA" sz="1400" u="sng" strike="noStrike">
                <a:solidFill>
                  <a:srgbClr val="0097A7"/>
                </a:solidFill>
                <a:latin typeface="Arial"/>
                <a:ea typeface="Arial"/>
                <a:cs typeface="Arial"/>
                <a:sym typeface="Arial"/>
                <a:hlinkClick r:id="rId10">
                  <a:extLst>
                    <a:ext uri="{A12FA001-AC4F-418D-AE19-62706E023703}">
                      <ahyp:hlinkClr val="tx"/>
                    </a:ext>
                  </a:extLst>
                </a:hlinkClick>
              </a:rPr>
              <a:t>Wikipedia</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7000"/>
              </a:lnSpc>
              <a:spcBef>
                <a:spcPts val="0"/>
              </a:spcBef>
              <a:spcAft>
                <a:spcPts val="0"/>
              </a:spcAft>
              <a:buSzPts val="1800"/>
              <a:buChar char="▪"/>
            </a:pPr>
            <a:r>
              <a:rPr b="1" lang="en-CA" sz="1800">
                <a:solidFill>
                  <a:srgbClr val="2F5496"/>
                </a:solidFill>
                <a:latin typeface="Calibri"/>
                <a:ea typeface="Calibri"/>
                <a:cs typeface="Calibri"/>
                <a:sym typeface="Calibri"/>
              </a:rPr>
              <a:t>Prerequisites</a:t>
            </a:r>
            <a:endParaRPr/>
          </a:p>
          <a:p>
            <a:pPr indent="-342900" lvl="0" marL="342900" rtl="0" algn="just">
              <a:spcBef>
                <a:spcPts val="1650"/>
              </a:spcBef>
              <a:spcAft>
                <a:spcPts val="0"/>
              </a:spcAft>
              <a:buSzPts val="1800"/>
              <a:buChar char="▪"/>
            </a:pPr>
            <a:r>
              <a:rPr lang="en-CA" sz="1800">
                <a:solidFill>
                  <a:srgbClr val="000000"/>
                </a:solidFill>
                <a:latin typeface="Arial"/>
                <a:ea typeface="Arial"/>
                <a:cs typeface="Arial"/>
                <a:sym typeface="Arial"/>
              </a:rPr>
              <a:t>The course does not assume any prior knowledge of neural networks, deep learning, or natural language processing (NLP). However, it does assume that students have a working knowledge of </a:t>
            </a:r>
            <a:r>
              <a:rPr lang="en-CA" sz="1800" u="sng">
                <a:solidFill>
                  <a:srgbClr val="000000"/>
                </a:solidFill>
                <a:latin typeface="Arial"/>
                <a:ea typeface="Arial"/>
                <a:cs typeface="Arial"/>
                <a:sym typeface="Arial"/>
              </a:rPr>
              <a:t>Python and are comfortable in a development environment</a:t>
            </a:r>
            <a:r>
              <a:rPr lang="en-CA" sz="1800">
                <a:solidFill>
                  <a:srgbClr val="000000"/>
                </a:solidFill>
                <a:latin typeface="Arial"/>
                <a:ea typeface="Arial"/>
                <a:cs typeface="Arial"/>
                <a:sym typeface="Arial"/>
              </a:rPr>
              <a:t>, as well as having a </a:t>
            </a:r>
            <a:r>
              <a:rPr lang="en-CA" sz="1800" u="sng">
                <a:solidFill>
                  <a:srgbClr val="000000"/>
                </a:solidFill>
                <a:latin typeface="Arial"/>
                <a:ea typeface="Arial"/>
                <a:cs typeface="Arial"/>
                <a:sym typeface="Arial"/>
              </a:rPr>
              <a:t>basic understanding of Git</a:t>
            </a:r>
            <a:r>
              <a:rPr lang="en-CA" sz="1800">
                <a:solidFill>
                  <a:srgbClr val="000000"/>
                </a:solidFill>
                <a:latin typeface="Arial"/>
                <a:ea typeface="Arial"/>
                <a:cs typeface="Arial"/>
                <a:sym typeface="Arial"/>
              </a:rPr>
              <a:t> and experience using an </a:t>
            </a:r>
            <a:r>
              <a:rPr lang="en-CA" sz="1800" u="sng">
                <a:solidFill>
                  <a:srgbClr val="000000"/>
                </a:solidFill>
                <a:latin typeface="Arial"/>
                <a:ea typeface="Arial"/>
                <a:cs typeface="Arial"/>
                <a:sym typeface="Arial"/>
              </a:rPr>
              <a:t>IDE such as VSCode</a:t>
            </a:r>
            <a:r>
              <a:rPr lang="en-CA" sz="1800">
                <a:solidFill>
                  <a:srgbClr val="000000"/>
                </a:solidFill>
                <a:latin typeface="Arial"/>
                <a:ea typeface="Arial"/>
                <a:cs typeface="Arial"/>
                <a:sym typeface="Arial"/>
              </a:rPr>
              <a:t>.</a:t>
            </a:r>
            <a:endParaRPr sz="1800">
              <a:latin typeface="Times New Roman"/>
              <a:ea typeface="Times New Roman"/>
              <a:cs typeface="Times New Roman"/>
              <a:sym typeface="Times New Roman"/>
            </a:endParaRPr>
          </a:p>
          <a:p>
            <a:pPr indent="-342900" lvl="0" marL="342900" rtl="0" algn="just">
              <a:spcBef>
                <a:spcPts val="2400"/>
              </a:spcBef>
              <a:spcAft>
                <a:spcPts val="0"/>
              </a:spcAft>
              <a:buSzPts val="1800"/>
              <a:buChar char="▪"/>
            </a:pPr>
            <a:r>
              <a:rPr lang="en-CA" sz="1800">
                <a:solidFill>
                  <a:srgbClr val="000000"/>
                </a:solidFill>
                <a:latin typeface="Arial"/>
                <a:ea typeface="Arial"/>
                <a:cs typeface="Arial"/>
                <a:sym typeface="Arial"/>
              </a:rPr>
              <a:t>In terms of hardware requirements, most classes </a:t>
            </a:r>
            <a:r>
              <a:rPr lang="en-CA" sz="1800" u="sng">
                <a:solidFill>
                  <a:srgbClr val="000000"/>
                </a:solidFill>
                <a:latin typeface="Arial"/>
                <a:ea typeface="Arial"/>
                <a:cs typeface="Arial"/>
                <a:sym typeface="Arial"/>
              </a:rPr>
              <a:t>will not require a GPU</a:t>
            </a:r>
            <a:r>
              <a:rPr lang="en-CA" sz="1800">
                <a:solidFill>
                  <a:srgbClr val="000000"/>
                </a:solidFill>
                <a:latin typeface="Arial"/>
                <a:ea typeface="Arial"/>
                <a:cs typeface="Arial"/>
                <a:sym typeface="Arial"/>
              </a:rPr>
              <a:t>. Having your own GPU-equipped machine (either locally or in the cloud) can help you build valuable skills for the long term by giving you experience setting up a DL development environment but is not required. As an alternative, it is possible to use a browser-based notebook service like Google Colab or Kaggle's if GPU resources are required.</a:t>
            </a:r>
            <a:endParaRPr sz="1800">
              <a:latin typeface="Times New Roman"/>
              <a:ea typeface="Times New Roman"/>
              <a:cs typeface="Times New Roman"/>
              <a:sym typeface="Times New Roman"/>
            </a:endParaRPr>
          </a:p>
          <a:p>
            <a:pPr indent="0" lvl="0" marL="0" rtl="0" algn="l">
              <a:spcBef>
                <a:spcPts val="1900"/>
              </a:spcBef>
              <a:spcAft>
                <a:spcPts val="0"/>
              </a:spcAft>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txBox="1"/>
          <p:nvPr>
            <p:ph type="title"/>
          </p:nvPr>
        </p:nvSpPr>
        <p:spPr>
          <a:xfrm>
            <a:off x="1930400" y="381000"/>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a:t>Detailed Outline</a:t>
            </a:r>
            <a:endParaRPr/>
          </a:p>
        </p:txBody>
      </p:sp>
      <p:sp>
        <p:nvSpPr>
          <p:cNvPr id="101" name="Google Shape;101;p5"/>
          <p:cNvSpPr txBox="1"/>
          <p:nvPr>
            <p:ph idx="1" type="body"/>
          </p:nvPr>
        </p:nvSpPr>
        <p:spPr>
          <a:xfrm>
            <a:off x="457200" y="1600200"/>
            <a:ext cx="8229600" cy="2372193"/>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5400"/>
              <a:buNone/>
            </a:pPr>
            <a:r>
              <a:rPr b="1" lang="en-CA" sz="5400"/>
              <a:t>CSI</a:t>
            </a:r>
            <a:endParaRPr/>
          </a:p>
          <a:p>
            <a:pPr indent="0" lvl="0" marL="0" rtl="0" algn="ctr">
              <a:spcBef>
                <a:spcPts val="1950"/>
              </a:spcBef>
              <a:spcAft>
                <a:spcPts val="0"/>
              </a:spcAft>
              <a:buSzPts val="2400"/>
              <a:buNone/>
            </a:pPr>
            <a:r>
              <a:rPr b="1" lang="en-CA" sz="2400"/>
              <a:t>In Blackboard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lang="en-CA" sz="2000"/>
              <a:t>Following graduation, the student is expected to </a:t>
            </a:r>
            <a:r>
              <a:rPr i="1" lang="en-CA" sz="2000"/>
              <a:t>be able to</a:t>
            </a:r>
            <a:r>
              <a:rPr lang="en-CA" sz="2000"/>
              <a:t>:</a:t>
            </a:r>
            <a:endParaRPr/>
          </a:p>
          <a:p>
            <a:pPr indent="-342900" lvl="0" marL="342900" rtl="0" algn="l">
              <a:spcBef>
                <a:spcPts val="1000"/>
              </a:spcBef>
              <a:spcAft>
                <a:spcPts val="0"/>
              </a:spcAft>
              <a:buSzPts val="2000"/>
              <a:buChar char="▪"/>
            </a:pPr>
            <a:r>
              <a:rPr b="0" i="0" lang="en-CA" sz="2000">
                <a:solidFill>
                  <a:srgbClr val="374151"/>
                </a:solidFill>
              </a:rPr>
              <a:t>Explain the fundamental ideas and methods behind Deep Learning, including Transformers, with an emphasis on application in the text domain.</a:t>
            </a:r>
            <a:endParaRPr/>
          </a:p>
          <a:p>
            <a:pPr indent="-342900" lvl="0" marL="342900" rtl="0" algn="l">
              <a:spcBef>
                <a:spcPts val="1000"/>
              </a:spcBef>
              <a:spcAft>
                <a:spcPts val="0"/>
              </a:spcAft>
              <a:buSzPts val="2000"/>
              <a:buChar char="▪"/>
            </a:pPr>
            <a:r>
              <a:rPr b="0" i="0" lang="en-CA" sz="2000">
                <a:solidFill>
                  <a:srgbClr val="374151"/>
                </a:solidFill>
              </a:rPr>
              <a:t>Train simple feedforward and recurrent neural networks</a:t>
            </a:r>
            <a:endParaRPr/>
          </a:p>
          <a:p>
            <a:pPr indent="-342900" lvl="0" marL="342900" rtl="0" algn="l">
              <a:spcBef>
                <a:spcPts val="1000"/>
              </a:spcBef>
              <a:spcAft>
                <a:spcPts val="0"/>
              </a:spcAft>
              <a:buSzPts val="2000"/>
              <a:buChar char="▪"/>
            </a:pPr>
            <a:r>
              <a:rPr lang="en-CA" sz="2000">
                <a:solidFill>
                  <a:srgbClr val="374151"/>
                </a:solidFill>
              </a:rPr>
              <a:t>Fine-tune a Transformer</a:t>
            </a:r>
            <a:endParaRPr/>
          </a:p>
          <a:p>
            <a:pPr indent="-342900" lvl="0" marL="342900" rtl="0" algn="l">
              <a:spcBef>
                <a:spcPts val="1000"/>
              </a:spcBef>
              <a:spcAft>
                <a:spcPts val="0"/>
              </a:spcAft>
              <a:buSzPts val="2000"/>
              <a:buChar char="▪"/>
            </a:pPr>
            <a:r>
              <a:rPr b="0" i="0" lang="en-CA" sz="2000">
                <a:solidFill>
                  <a:srgbClr val="374151"/>
                </a:solidFill>
              </a:rPr>
              <a:t>Use PyTorch and Tensorflow for training neural networks</a:t>
            </a:r>
            <a:endParaRPr/>
          </a:p>
          <a:p>
            <a:pPr indent="-215900" lvl="0" marL="342900" rtl="0" algn="l">
              <a:spcBef>
                <a:spcPts val="1000"/>
              </a:spcBef>
              <a:spcAft>
                <a:spcPts val="0"/>
              </a:spcAft>
              <a:buSzPts val="2000"/>
              <a:buNone/>
            </a:pPr>
            <a:r>
              <a:t/>
            </a:r>
            <a:endParaRPr b="0" i="0" sz="2000">
              <a:solidFill>
                <a:srgbClr val="374151"/>
              </a:solidFill>
            </a:endParaRPr>
          </a:p>
          <a:p>
            <a:pPr indent="-215900" lvl="0" marL="342900" rtl="0" algn="l">
              <a:spcBef>
                <a:spcPts val="1000"/>
              </a:spcBef>
              <a:spcAft>
                <a:spcPts val="0"/>
              </a:spcAft>
              <a:buSzPts val="2000"/>
              <a:buNone/>
            </a:pPr>
            <a:r>
              <a:t/>
            </a:r>
            <a:endParaRPr b="0" i="0" sz="2000">
              <a:solidFill>
                <a:srgbClr val="374151"/>
              </a:solidFill>
            </a:endParaRPr>
          </a:p>
          <a:p>
            <a:pPr indent="-165100" lvl="0" marL="342900" rtl="0" algn="l">
              <a:spcBef>
                <a:spcPts val="1200"/>
              </a:spcBef>
              <a:spcAft>
                <a:spcPts val="0"/>
              </a:spcAft>
              <a:buSzPts val="2800"/>
              <a:buNone/>
            </a:pPr>
            <a:r>
              <a:t/>
            </a:r>
            <a:endParaRPr/>
          </a:p>
        </p:txBody>
      </p:sp>
      <p:sp>
        <p:nvSpPr>
          <p:cNvPr id="107" name="Google Shape;107;p6"/>
          <p:cNvSpPr txBox="1"/>
          <p:nvPr>
            <p:ph type="title"/>
          </p:nvPr>
        </p:nvSpPr>
        <p:spPr>
          <a:xfrm>
            <a:off x="1871023" y="262247"/>
            <a:ext cx="6994525" cy="6334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CA" sz="2800"/>
              <a:t>Learning Goals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2008-02-14T00:02:49Z</dcterms:created>
  <dc:creator>George Brown College</dc:creator>
</cp:coreProperties>
</file>