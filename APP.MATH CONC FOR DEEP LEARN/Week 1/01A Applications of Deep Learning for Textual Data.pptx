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Le4v4QCsg8recVteaYLAKTys0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7A2AE6-22AF-44A0-9534-D4F8F74652CA}">
  <a:tblStyle styleId="{EC7A2AE6-22AF-44A0-9534-D4F8F74652C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8FCFC"/>
          </a:solidFill>
        </a:fill>
      </a:tcStyle>
    </a:wholeTbl>
    <a:band1H>
      <a:tcTxStyle/>
      <a:tcStyle>
        <a:fill>
          <a:solidFill>
            <a:srgbClr val="F1F8F9"/>
          </a:solidFill>
        </a:fill>
      </a:tcStyle>
    </a:band1H>
    <a:band2H>
      <a:tcTxStyle/>
    </a:band2H>
    <a:band1V>
      <a:tcTxStyle/>
      <a:tcStyle>
        <a:fill>
          <a:solidFill>
            <a:srgbClr val="F1F8F9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8FCFC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8FCFC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6" orient="horz"/>
        <p:guide pos="1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BC PPT Main" id="14" name="Google Shape;1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type="ctrTitle"/>
          </p:nvPr>
        </p:nvSpPr>
        <p:spPr>
          <a:xfrm>
            <a:off x="1955800" y="517525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1100"/>
              </a:spcBef>
              <a:spcAft>
                <a:spcPts val="0"/>
              </a:spcAft>
              <a:buSzPts val="4400"/>
              <a:buFont typeface="Noto Sans Symbols"/>
              <a:buNone/>
              <a:defRPr b="1" sz="4400"/>
            </a:lvl1pPr>
            <a:lvl2pPr lvl="1" algn="l">
              <a:spcBef>
                <a:spcPts val="110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35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6" name="Google Shape;2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0" name="Google Shape;30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1" name="Google Shape;31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8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50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type="title"/>
          </p:nvPr>
        </p:nvSpPr>
        <p:spPr>
          <a:xfrm rot="5400000">
            <a:off x="4994275" y="2195513"/>
            <a:ext cx="5745163" cy="211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" type="body"/>
          </p:nvPr>
        </p:nvSpPr>
        <p:spPr>
          <a:xfrm rot="5400000">
            <a:off x="684213" y="153987"/>
            <a:ext cx="5745163" cy="619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/>
          <p:nvPr>
            <p:ph idx="2" type="dgm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 Slide with white slide Background. The template slide has a top section as a horizontal bar with blue background. The top section contains the George Brown College logo (top left). The footer is separated from the white background with a blue line." id="10" name="Google Shape;10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eta.openai.com/examples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eta.openai.com/examples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s://beta.openai.com/exampl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hyperlink" Target="https://beta.openai.com/exampl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hyperlink" Target="https://beta.openai.com/exampl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hyperlink" Target="https://beta.openai.com/exampl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eta.openai.com/examples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eta.openai.com/examples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Relationship Id="rId8" Type="http://schemas.openxmlformats.org/officeDocument/2006/relationships/hyperlink" Target="https://en.wikipedia.org/wiki/Frank_Rosenblat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uggingface.co/models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nlp-with-transformers/notebooks/blob/main/01_introduction.ipynb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nlp-with-transformers/notebooks/blob/main/01_introduction.ipynb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20.png"/><Relationship Id="rId6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nlp-with-transformers/notebooks/blob/main/01_introduction.ipynb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nlp-with-transformers/notebooks/blob/main/01_introduction.ipynb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20.png"/><Relationship Id="rId6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hyperlink" Target="https://github.com/nlp-with-transformers/notebooks/blob/main/01_introduction.ipynb" TargetMode="External"/><Relationship Id="rId5" Type="http://schemas.openxmlformats.org/officeDocument/2006/relationships/image" Target="../media/image37.pn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nlp-with-transformers/notebooks/blob/main/01_introduction.ipynb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nlp-with-transformers/notebooks/blob/main/01_introduction.ipynb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955800" y="315646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AASD4011: Mathematical Concepts for Deep Learning</a:t>
            </a:r>
            <a:endParaRPr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400"/>
              <a:buFont typeface="Noto Sans Symbols"/>
              <a:buNone/>
            </a:pPr>
            <a:r>
              <a:rPr lang="en-CA" sz="4400"/>
              <a:t>Applications of Deep Learning for Textual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1930400" y="2622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/>
              <a:t>Applications of Deep Learning for Textual Data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OpenAI’s public API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2"/>
          <p:cNvGrpSpPr/>
          <p:nvPr/>
        </p:nvGrpSpPr>
        <p:grpSpPr>
          <a:xfrm>
            <a:off x="403204" y="1791811"/>
            <a:ext cx="8076851" cy="4411145"/>
            <a:chOff x="403204" y="1791811"/>
            <a:chExt cx="8076851" cy="4411145"/>
          </a:xfrm>
        </p:grpSpPr>
        <p:pic>
          <p:nvPicPr>
            <p:cNvPr id="67" name="Google Shape;67;p2"/>
            <p:cNvPicPr preferRelativeResize="0"/>
            <p:nvPr/>
          </p:nvPicPr>
          <p:blipFill rotWithShape="1">
            <a:blip r:embed="rId4">
              <a:alphaModFix/>
            </a:blip>
            <a:srcRect b="60519" l="0" r="48098" t="27186"/>
            <a:stretch/>
          </p:blipFill>
          <p:spPr>
            <a:xfrm>
              <a:off x="436727" y="3785436"/>
              <a:ext cx="3909641" cy="843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2"/>
            <p:cNvPicPr preferRelativeResize="0"/>
            <p:nvPr/>
          </p:nvPicPr>
          <p:blipFill rotWithShape="1">
            <a:blip r:embed="rId4">
              <a:alphaModFix/>
            </a:blip>
            <a:srcRect b="59481" l="51272" r="0" t="28225"/>
            <a:stretch/>
          </p:blipFill>
          <p:spPr>
            <a:xfrm>
              <a:off x="436729" y="3175422"/>
              <a:ext cx="3670547" cy="843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2"/>
            <p:cNvPicPr preferRelativeResize="0"/>
            <p:nvPr/>
          </p:nvPicPr>
          <p:blipFill rotWithShape="1">
            <a:blip r:embed="rId4">
              <a:alphaModFix/>
            </a:blip>
            <a:srcRect b="36391" l="0" r="51272" t="52408"/>
            <a:stretch/>
          </p:blipFill>
          <p:spPr>
            <a:xfrm>
              <a:off x="4809508" y="2425778"/>
              <a:ext cx="3670547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2"/>
            <p:cNvPicPr preferRelativeResize="0"/>
            <p:nvPr/>
          </p:nvPicPr>
          <p:blipFill rotWithShape="1">
            <a:blip r:embed="rId4">
              <a:alphaModFix/>
            </a:blip>
            <a:srcRect b="35813" l="51272" r="0" t="52986"/>
            <a:stretch/>
          </p:blipFill>
          <p:spPr>
            <a:xfrm>
              <a:off x="4809506" y="1791811"/>
              <a:ext cx="3670547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2"/>
            <p:cNvPicPr preferRelativeResize="0"/>
            <p:nvPr/>
          </p:nvPicPr>
          <p:blipFill rotWithShape="1">
            <a:blip r:embed="rId4">
              <a:alphaModFix/>
            </a:blip>
            <a:srcRect b="23172" l="51272" r="0" t="65627"/>
            <a:stretch/>
          </p:blipFill>
          <p:spPr>
            <a:xfrm>
              <a:off x="4809506" y="3246100"/>
              <a:ext cx="3670547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2"/>
            <p:cNvPicPr preferRelativeResize="0"/>
            <p:nvPr/>
          </p:nvPicPr>
          <p:blipFill rotWithShape="1">
            <a:blip r:embed="rId4">
              <a:alphaModFix/>
            </a:blip>
            <a:srcRect b="0" l="0" r="51566" t="89177"/>
            <a:stretch/>
          </p:blipFill>
          <p:spPr>
            <a:xfrm>
              <a:off x="4809506" y="3958181"/>
              <a:ext cx="3648384" cy="742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2"/>
            <p:cNvPicPr preferRelativeResize="0"/>
            <p:nvPr/>
          </p:nvPicPr>
          <p:blipFill rotWithShape="1">
            <a:blip r:embed="rId5">
              <a:alphaModFix/>
            </a:blip>
            <a:srcRect b="63519" l="0" r="53666" t="25281"/>
            <a:stretch/>
          </p:blipFill>
          <p:spPr>
            <a:xfrm>
              <a:off x="425368" y="4610164"/>
              <a:ext cx="3648384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2"/>
            <p:cNvPicPr preferRelativeResize="0"/>
            <p:nvPr/>
          </p:nvPicPr>
          <p:blipFill rotWithShape="1">
            <a:blip r:embed="rId5">
              <a:alphaModFix/>
            </a:blip>
            <a:srcRect b="39177" l="0" r="50348" t="50000"/>
            <a:stretch/>
          </p:blipFill>
          <p:spPr>
            <a:xfrm>
              <a:off x="436728" y="2393668"/>
              <a:ext cx="3909641" cy="742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2"/>
            <p:cNvPicPr preferRelativeResize="0"/>
            <p:nvPr/>
          </p:nvPicPr>
          <p:blipFill rotWithShape="1">
            <a:blip r:embed="rId6">
              <a:alphaModFix/>
            </a:blip>
            <a:srcRect b="0" l="50886" r="2684" t="88801"/>
            <a:stretch/>
          </p:blipFill>
          <p:spPr>
            <a:xfrm>
              <a:off x="403204" y="5434891"/>
              <a:ext cx="3670548" cy="768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2"/>
            <p:cNvPicPr preferRelativeResize="0"/>
            <p:nvPr/>
          </p:nvPicPr>
          <p:blipFill rotWithShape="1">
            <a:blip r:embed="rId7">
              <a:alphaModFix/>
            </a:blip>
            <a:srcRect b="83479" l="0" r="52389" t="205"/>
            <a:stretch/>
          </p:blipFill>
          <p:spPr>
            <a:xfrm>
              <a:off x="425368" y="1836450"/>
              <a:ext cx="2339996" cy="6893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1930400" y="2622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/>
              <a:t>Applications of Deep Learning  for Textual Data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public API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3"/>
          <p:cNvPicPr preferRelativeResize="0"/>
          <p:nvPr/>
        </p:nvPicPr>
        <p:blipFill rotWithShape="1">
          <a:blip r:embed="rId4">
            <a:alphaModFix/>
          </a:blip>
          <a:srcRect b="11587" l="0" r="50348" t="76118"/>
          <a:stretch/>
        </p:blipFill>
        <p:spPr>
          <a:xfrm>
            <a:off x="4808991" y="5552648"/>
            <a:ext cx="3909641" cy="84314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7575944" y="5037413"/>
            <a:ext cx="16269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🤭💡</a:t>
            </a:r>
            <a:endParaRPr/>
          </a:p>
        </p:txBody>
      </p:sp>
      <p:grpSp>
        <p:nvGrpSpPr>
          <p:cNvPr id="85" name="Google Shape;85;p3"/>
          <p:cNvGrpSpPr/>
          <p:nvPr/>
        </p:nvGrpSpPr>
        <p:grpSpPr>
          <a:xfrm>
            <a:off x="403204" y="1791811"/>
            <a:ext cx="8076851" cy="4411145"/>
            <a:chOff x="403204" y="1791811"/>
            <a:chExt cx="8076851" cy="4411145"/>
          </a:xfrm>
        </p:grpSpPr>
        <p:pic>
          <p:nvPicPr>
            <p:cNvPr id="86" name="Google Shape;86;p3"/>
            <p:cNvPicPr preferRelativeResize="0"/>
            <p:nvPr/>
          </p:nvPicPr>
          <p:blipFill rotWithShape="1">
            <a:blip r:embed="rId5">
              <a:alphaModFix/>
            </a:blip>
            <a:srcRect b="60519" l="0" r="48098" t="27186"/>
            <a:stretch/>
          </p:blipFill>
          <p:spPr>
            <a:xfrm>
              <a:off x="436727" y="3785436"/>
              <a:ext cx="3909641" cy="843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3"/>
            <p:cNvPicPr preferRelativeResize="0"/>
            <p:nvPr/>
          </p:nvPicPr>
          <p:blipFill rotWithShape="1">
            <a:blip r:embed="rId5">
              <a:alphaModFix/>
            </a:blip>
            <a:srcRect b="59481" l="51272" r="0" t="28225"/>
            <a:stretch/>
          </p:blipFill>
          <p:spPr>
            <a:xfrm>
              <a:off x="436729" y="3175422"/>
              <a:ext cx="3670547" cy="843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3"/>
            <p:cNvPicPr preferRelativeResize="0"/>
            <p:nvPr/>
          </p:nvPicPr>
          <p:blipFill rotWithShape="1">
            <a:blip r:embed="rId5">
              <a:alphaModFix/>
            </a:blip>
            <a:srcRect b="36391" l="0" r="51272" t="52408"/>
            <a:stretch/>
          </p:blipFill>
          <p:spPr>
            <a:xfrm>
              <a:off x="4809508" y="2425778"/>
              <a:ext cx="3670547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3"/>
            <p:cNvPicPr preferRelativeResize="0"/>
            <p:nvPr/>
          </p:nvPicPr>
          <p:blipFill rotWithShape="1">
            <a:blip r:embed="rId5">
              <a:alphaModFix/>
            </a:blip>
            <a:srcRect b="35813" l="51272" r="0" t="52986"/>
            <a:stretch/>
          </p:blipFill>
          <p:spPr>
            <a:xfrm>
              <a:off x="4809506" y="1791811"/>
              <a:ext cx="3670547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3"/>
            <p:cNvPicPr preferRelativeResize="0"/>
            <p:nvPr/>
          </p:nvPicPr>
          <p:blipFill rotWithShape="1">
            <a:blip r:embed="rId5">
              <a:alphaModFix/>
            </a:blip>
            <a:srcRect b="23172" l="51272" r="0" t="65627"/>
            <a:stretch/>
          </p:blipFill>
          <p:spPr>
            <a:xfrm>
              <a:off x="4809506" y="3246100"/>
              <a:ext cx="3670547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3"/>
            <p:cNvPicPr preferRelativeResize="0"/>
            <p:nvPr/>
          </p:nvPicPr>
          <p:blipFill rotWithShape="1">
            <a:blip r:embed="rId5">
              <a:alphaModFix/>
            </a:blip>
            <a:srcRect b="0" l="0" r="51566" t="89177"/>
            <a:stretch/>
          </p:blipFill>
          <p:spPr>
            <a:xfrm>
              <a:off x="4809506" y="3958181"/>
              <a:ext cx="3648384" cy="742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3"/>
            <p:cNvPicPr preferRelativeResize="0"/>
            <p:nvPr/>
          </p:nvPicPr>
          <p:blipFill rotWithShape="1">
            <a:blip r:embed="rId4">
              <a:alphaModFix/>
            </a:blip>
            <a:srcRect b="63519" l="0" r="53666" t="25281"/>
            <a:stretch/>
          </p:blipFill>
          <p:spPr>
            <a:xfrm>
              <a:off x="425368" y="4610164"/>
              <a:ext cx="3648384" cy="768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3"/>
            <p:cNvPicPr preferRelativeResize="0"/>
            <p:nvPr/>
          </p:nvPicPr>
          <p:blipFill rotWithShape="1">
            <a:blip r:embed="rId4">
              <a:alphaModFix/>
            </a:blip>
            <a:srcRect b="39177" l="0" r="50348" t="50000"/>
            <a:stretch/>
          </p:blipFill>
          <p:spPr>
            <a:xfrm>
              <a:off x="436728" y="2393668"/>
              <a:ext cx="3909641" cy="742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3"/>
            <p:cNvPicPr preferRelativeResize="0"/>
            <p:nvPr/>
          </p:nvPicPr>
          <p:blipFill rotWithShape="1">
            <a:blip r:embed="rId6">
              <a:alphaModFix/>
            </a:blip>
            <a:srcRect b="0" l="50886" r="2684" t="88801"/>
            <a:stretch/>
          </p:blipFill>
          <p:spPr>
            <a:xfrm>
              <a:off x="403204" y="5434891"/>
              <a:ext cx="3670548" cy="768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3"/>
            <p:cNvPicPr preferRelativeResize="0"/>
            <p:nvPr/>
          </p:nvPicPr>
          <p:blipFill rotWithShape="1">
            <a:blip r:embed="rId7">
              <a:alphaModFix/>
            </a:blip>
            <a:srcRect b="83479" l="0" r="52389" t="205"/>
            <a:stretch/>
          </p:blipFill>
          <p:spPr>
            <a:xfrm>
              <a:off x="425368" y="1836450"/>
              <a:ext cx="2339996" cy="6893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65" y="1214055"/>
            <a:ext cx="5937094" cy="510361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public API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38" y="1515764"/>
            <a:ext cx="5569886" cy="471878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public API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990" y="1606600"/>
            <a:ext cx="4952010" cy="486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71" y="1126181"/>
            <a:ext cx="4261907" cy="163470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public API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819" y="1863771"/>
            <a:ext cx="7150361" cy="460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7"/>
          <p:cNvPicPr preferRelativeResize="0"/>
          <p:nvPr/>
        </p:nvPicPr>
        <p:blipFill rotWithShape="1">
          <a:blip r:embed="rId4">
            <a:alphaModFix/>
          </a:blip>
          <a:srcRect b="0" l="50886" r="2684" t="88801"/>
          <a:stretch/>
        </p:blipFill>
        <p:spPr>
          <a:xfrm>
            <a:off x="95126" y="1095706"/>
            <a:ext cx="3670548" cy="76806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public API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public API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4">
            <a:alphaModFix/>
          </a:blip>
          <a:srcRect b="88585" l="39039" r="38207" t="-2337"/>
          <a:stretch/>
        </p:blipFill>
        <p:spPr>
          <a:xfrm>
            <a:off x="0" y="968565"/>
            <a:ext cx="790527" cy="30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5">
            <a:alphaModFix/>
          </a:blip>
          <a:srcRect b="0" l="10514" r="0" t="0"/>
          <a:stretch/>
        </p:blipFill>
        <p:spPr>
          <a:xfrm>
            <a:off x="1271125" y="1092600"/>
            <a:ext cx="4089400" cy="156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8"/>
          <p:cNvPicPr preferRelativeResize="0"/>
          <p:nvPr/>
        </p:nvPicPr>
        <p:blipFill rotWithShape="1">
          <a:blip r:embed="rId6">
            <a:alphaModFix/>
          </a:blip>
          <a:srcRect b="0" l="5820" r="0" t="0"/>
          <a:stretch/>
        </p:blipFill>
        <p:spPr>
          <a:xfrm>
            <a:off x="1271125" y="2804800"/>
            <a:ext cx="7777875" cy="359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2398816" y="3194462"/>
            <a:ext cx="380010" cy="130628"/>
          </a:xfrm>
          <a:prstGeom prst="roundRect">
            <a:avLst>
              <a:gd fmla="val 16667" name="adj"/>
            </a:avLst>
          </a:prstGeom>
          <a:solidFill>
            <a:srgbClr val="00B0F0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624575" y="1276350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Human:</a:t>
            </a:r>
            <a:endParaRPr b="1" sz="900">
              <a:solidFill>
                <a:srgbClr val="4D4D4D"/>
              </a:solidFill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21250" y="30020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Human</a:t>
            </a:r>
            <a:r>
              <a:rPr lang="en-CA" sz="900">
                <a:solidFill>
                  <a:srgbClr val="4D4D4D"/>
                </a:solidFill>
              </a:rPr>
              <a:t>: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551050" y="21391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ChatGPT:</a:t>
            </a:r>
            <a:endParaRPr b="1"/>
          </a:p>
        </p:txBody>
      </p:sp>
      <p:sp>
        <p:nvSpPr>
          <p:cNvPr id="139" name="Google Shape;139;p8"/>
          <p:cNvSpPr txBox="1"/>
          <p:nvPr/>
        </p:nvSpPr>
        <p:spPr>
          <a:xfrm>
            <a:off x="624575" y="3751738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ChatGPT: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OpenAI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public API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9"/>
          <p:cNvPicPr preferRelativeResize="0"/>
          <p:nvPr/>
        </p:nvPicPr>
        <p:blipFill rotWithShape="1">
          <a:blip r:embed="rId4">
            <a:alphaModFix/>
          </a:blip>
          <a:srcRect b="88585" l="39039" r="38207" t="-2337"/>
          <a:stretch/>
        </p:blipFill>
        <p:spPr>
          <a:xfrm>
            <a:off x="0" y="968565"/>
            <a:ext cx="790527" cy="30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9"/>
          <p:cNvPicPr preferRelativeResize="0"/>
          <p:nvPr/>
        </p:nvPicPr>
        <p:blipFill rotWithShape="1">
          <a:blip r:embed="rId5">
            <a:alphaModFix/>
          </a:blip>
          <a:srcRect b="0" l="16072" r="0" t="0"/>
          <a:stretch/>
        </p:blipFill>
        <p:spPr>
          <a:xfrm>
            <a:off x="1525124" y="1092600"/>
            <a:ext cx="3835400" cy="156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6">
            <a:alphaModFix/>
          </a:blip>
          <a:srcRect b="0" l="7774" r="0" t="0"/>
          <a:stretch/>
        </p:blipFill>
        <p:spPr>
          <a:xfrm>
            <a:off x="1432750" y="2804800"/>
            <a:ext cx="7616249" cy="35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9"/>
          <p:cNvPicPr preferRelativeResize="0"/>
          <p:nvPr/>
        </p:nvPicPr>
        <p:blipFill rotWithShape="1">
          <a:blip r:embed="rId7">
            <a:alphaModFix/>
          </a:blip>
          <a:srcRect b="60550" l="0" r="0" t="0"/>
          <a:stretch/>
        </p:blipFill>
        <p:spPr>
          <a:xfrm>
            <a:off x="5458358" y="1122454"/>
            <a:ext cx="3685642" cy="99135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/>
          <p:nvPr/>
        </p:nvSpPr>
        <p:spPr>
          <a:xfrm>
            <a:off x="4083132" y="2517569"/>
            <a:ext cx="1130135" cy="138867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495802" y="2148237"/>
            <a:ext cx="12944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624575" y="1276350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Human:</a:t>
            </a:r>
            <a:endParaRPr b="1" sz="900">
              <a:solidFill>
                <a:srgbClr val="4D4D4D"/>
              </a:solidFill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551050" y="21391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ChatGPT:</a:t>
            </a:r>
            <a:endParaRPr b="1"/>
          </a:p>
        </p:txBody>
      </p:sp>
      <p:sp>
        <p:nvSpPr>
          <p:cNvPr id="154" name="Google Shape;154;p9"/>
          <p:cNvSpPr txBox="1"/>
          <p:nvPr/>
        </p:nvSpPr>
        <p:spPr>
          <a:xfrm>
            <a:off x="721250" y="30020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Human</a:t>
            </a:r>
            <a:r>
              <a:rPr lang="en-CA" sz="900">
                <a:solidFill>
                  <a:srgbClr val="4D4D4D"/>
                </a:solidFill>
              </a:rPr>
              <a:t>:</a:t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624575" y="36706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4D4D4D"/>
                </a:solidFill>
              </a:rPr>
              <a:t>ChatGPT: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examples (and screen captures) were taken from </a:t>
            </a: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HuggingFace Homepage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9536" y="1162607"/>
            <a:ext cx="3182970" cy="93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8204" y="2097182"/>
            <a:ext cx="5419500" cy="4294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Transformers Book Repository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Notebook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Retreived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00231"/>
            <a:ext cx="1662245" cy="4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39" y="1583788"/>
            <a:ext cx="9095361" cy="2358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177" name="Google Shape;177;p12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Transformers Book Repository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Notebook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Retreived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39" y="5994601"/>
            <a:ext cx="1662245" cy="4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83128" y="1038334"/>
            <a:ext cx="6839990" cy="177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7014" y="2783654"/>
            <a:ext cx="4095848" cy="372276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/>
          <p:nvPr/>
        </p:nvSpPr>
        <p:spPr>
          <a:xfrm>
            <a:off x="4203865" y="6103917"/>
            <a:ext cx="783772" cy="30777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Transformers Book Repository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Notebook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Retreived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39" y="5994601"/>
            <a:ext cx="1662245" cy="4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83128" y="1038335"/>
            <a:ext cx="3734800" cy="968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1673" y="1028536"/>
            <a:ext cx="5492328" cy="541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/>
          <p:nvPr/>
        </p:nvSpPr>
        <p:spPr>
          <a:xfrm>
            <a:off x="3063834" y="2605554"/>
            <a:ext cx="783772" cy="30777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Transformers Book Repository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Notebook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Retreived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39" y="5994601"/>
            <a:ext cx="1662245" cy="4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83129" y="1038334"/>
            <a:ext cx="9218155" cy="2390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030" y="3604186"/>
            <a:ext cx="5486970" cy="286887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/>
          <p:nvPr/>
        </p:nvSpPr>
        <p:spPr>
          <a:xfrm rot="7601057">
            <a:off x="6934992" y="5546104"/>
            <a:ext cx="783772" cy="30777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08" y="3325762"/>
            <a:ext cx="8559584" cy="273091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5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Transformers Book Repository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Notebook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Retreived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39" y="5994601"/>
            <a:ext cx="1662245" cy="4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208" y="1072113"/>
            <a:ext cx="8559584" cy="221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Transformers Book Repository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Notebook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Retreived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39" y="5994601"/>
            <a:ext cx="1662245" cy="4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208" y="1072113"/>
            <a:ext cx="7408461" cy="192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1" y="3061005"/>
            <a:ext cx="7315200" cy="343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1930400" y="21474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Applications of Deep Learning  for Textual Data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Transformers Book Repository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Notebook</a:t>
            </a:r>
            <a:r>
              <a:rPr lang="en-CA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Retreived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39" y="5994601"/>
            <a:ext cx="1662245" cy="4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6323" y="1074743"/>
            <a:ext cx="6507678" cy="5441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/>
          <p:nvPr/>
        </p:nvSpPr>
        <p:spPr>
          <a:xfrm>
            <a:off x="1710884" y="5516046"/>
            <a:ext cx="783772" cy="30777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Note about the Resources</a:t>
            </a:r>
            <a:endParaRPr/>
          </a:p>
        </p:txBody>
      </p:sp>
      <p:pic>
        <p:nvPicPr>
          <p:cNvPr descr="Shape&#10;&#10;Description automatically generated with medium confidence" id="234" name="Google Shape;2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377" y="1844018"/>
            <a:ext cx="2595878" cy="49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534" y="1547368"/>
            <a:ext cx="3182970" cy="934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6" name="Google Shape;236;p18"/>
          <p:cNvGraphicFramePr/>
          <p:nvPr/>
        </p:nvGraphicFramePr>
        <p:xfrm>
          <a:off x="891118" y="248194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{EC7A2AE6-22AF-44A0-9534-D4F8F74652CA}</a:tableStyleId>
              </a:tblPr>
              <a:tblGrid>
                <a:gridCol w="3741650"/>
                <a:gridCol w="3741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Privately-owned Models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CA" sz="1800" u="none" cap="none" strike="noStrike"/>
                        <a:t>Open-Source Models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API Access (for a fee)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Free Model Download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Educational Content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(webpages, courses, book)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CA" sz="1800"/>
                        <a:t>Hosting and API Service (for a fee)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7" name="Google Shape;237;p18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of December 2022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2008-02-14T00:02:49Z</dcterms:created>
  <dc:creator>George Brown College</dc:creator>
</cp:coreProperties>
</file>