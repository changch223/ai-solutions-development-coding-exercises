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7" r:id="rId3"/>
    <p:sldId id="289" r:id="rId4"/>
    <p:sldId id="290" r:id="rId5"/>
    <p:sldId id="286" r:id="rId6"/>
    <p:sldId id="288" r:id="rId7"/>
    <p:sldId id="291" r:id="rId8"/>
  </p:sldIdLst>
  <p:sldSz cx="9144000" cy="6858000" type="screen4x3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F3F"/>
    <a:srgbClr val="9FCF67"/>
    <a:srgbClr val="FFD204"/>
    <a:srgbClr val="009DDC"/>
    <a:srgbClr val="70D0F6"/>
    <a:srgbClr val="C3ACD3"/>
    <a:srgbClr val="FCB033"/>
    <a:srgbClr val="F084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B1AE43-8376-4866-A07E-08A462ACC3A6}" v="8" dt="2022-12-20T15:05:08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72" autoAdjust="0"/>
    <p:restoredTop sz="86271" autoAdjust="0"/>
  </p:normalViewPr>
  <p:slideViewPr>
    <p:cSldViewPr snapToGrid="0">
      <p:cViewPr varScale="1">
        <p:scale>
          <a:sx n="54" d="100"/>
          <a:sy n="54" d="100"/>
        </p:scale>
        <p:origin x="1328" y="56"/>
      </p:cViewPr>
      <p:guideLst>
        <p:guide orient="horz" pos="566"/>
        <p:guide pos="12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 Feldesh" userId="e769d048-e6b8-4bc5-a2fc-7b63e825663e" providerId="ADAL" clId="{C1B1AE43-8376-4866-A07E-08A462ACC3A6}"/>
    <pc:docChg chg="custSel addSld delSld modSld sldOrd">
      <pc:chgData name="Ran Feldesh" userId="e769d048-e6b8-4bc5-a2fc-7b63e825663e" providerId="ADAL" clId="{C1B1AE43-8376-4866-A07E-08A462ACC3A6}" dt="2022-12-21T13:29:47.658" v="57"/>
      <pc:docMkLst>
        <pc:docMk/>
      </pc:docMkLst>
      <pc:sldChg chg="modSp mod">
        <pc:chgData name="Ran Feldesh" userId="e769d048-e6b8-4bc5-a2fc-7b63e825663e" providerId="ADAL" clId="{C1B1AE43-8376-4866-A07E-08A462ACC3A6}" dt="2022-12-20T15:02:52.495" v="12" actId="20577"/>
        <pc:sldMkLst>
          <pc:docMk/>
          <pc:sldMk cId="0" sldId="256"/>
        </pc:sldMkLst>
        <pc:spChg chg="mod">
          <ac:chgData name="Ran Feldesh" userId="e769d048-e6b8-4bc5-a2fc-7b63e825663e" providerId="ADAL" clId="{C1B1AE43-8376-4866-A07E-08A462ACC3A6}" dt="2022-12-20T15:02:52.495" v="12" actId="20577"/>
          <ac:spMkLst>
            <pc:docMk/>
            <pc:sldMk cId="0" sldId="256"/>
            <ac:spMk id="3075" creationId="{92D337C7-439E-D57C-0D5E-7FA39E1EDADB}"/>
          </ac:spMkLst>
        </pc:spChg>
      </pc:sldChg>
      <pc:sldChg chg="del">
        <pc:chgData name="Ran Feldesh" userId="e769d048-e6b8-4bc5-a2fc-7b63e825663e" providerId="ADAL" clId="{C1B1AE43-8376-4866-A07E-08A462ACC3A6}" dt="2022-12-20T15:02:45.932" v="10" actId="47"/>
        <pc:sldMkLst>
          <pc:docMk/>
          <pc:sldMk cId="0" sldId="257"/>
        </pc:sldMkLst>
      </pc:sldChg>
      <pc:sldChg chg="del">
        <pc:chgData name="Ran Feldesh" userId="e769d048-e6b8-4bc5-a2fc-7b63e825663e" providerId="ADAL" clId="{C1B1AE43-8376-4866-A07E-08A462ACC3A6}" dt="2022-12-20T15:02:48.030" v="11" actId="47"/>
        <pc:sldMkLst>
          <pc:docMk/>
          <pc:sldMk cId="1521652826" sldId="265"/>
        </pc:sldMkLst>
      </pc:sldChg>
      <pc:sldChg chg="del">
        <pc:chgData name="Ran Feldesh" userId="e769d048-e6b8-4bc5-a2fc-7b63e825663e" providerId="ADAL" clId="{C1B1AE43-8376-4866-A07E-08A462ACC3A6}" dt="2022-12-20T15:02:43.103" v="8" actId="47"/>
        <pc:sldMkLst>
          <pc:docMk/>
          <pc:sldMk cId="1203398647" sldId="284"/>
        </pc:sldMkLst>
      </pc:sldChg>
      <pc:sldChg chg="del">
        <pc:chgData name="Ran Feldesh" userId="e769d048-e6b8-4bc5-a2fc-7b63e825663e" providerId="ADAL" clId="{C1B1AE43-8376-4866-A07E-08A462ACC3A6}" dt="2022-12-20T15:02:44.764" v="9" actId="47"/>
        <pc:sldMkLst>
          <pc:docMk/>
          <pc:sldMk cId="2699012524" sldId="285"/>
        </pc:sldMkLst>
      </pc:sldChg>
      <pc:sldChg chg="addSp delSp modSp mod">
        <pc:chgData name="Ran Feldesh" userId="e769d048-e6b8-4bc5-a2fc-7b63e825663e" providerId="ADAL" clId="{C1B1AE43-8376-4866-A07E-08A462ACC3A6}" dt="2022-12-20T15:04:54.725" v="21" actId="255"/>
        <pc:sldMkLst>
          <pc:docMk/>
          <pc:sldMk cId="539688773" sldId="286"/>
        </pc:sldMkLst>
        <pc:spChg chg="del">
          <ac:chgData name="Ran Feldesh" userId="e769d048-e6b8-4bc5-a2fc-7b63e825663e" providerId="ADAL" clId="{C1B1AE43-8376-4866-A07E-08A462ACC3A6}" dt="2022-12-20T15:03:42.090" v="13" actId="478"/>
          <ac:spMkLst>
            <pc:docMk/>
            <pc:sldMk cId="539688773" sldId="286"/>
            <ac:spMk id="3" creationId="{6787432C-977B-433A-959F-4AAFDD0149E2}"/>
          </ac:spMkLst>
        </pc:spChg>
        <pc:spChg chg="add mod">
          <ac:chgData name="Ran Feldesh" userId="e769d048-e6b8-4bc5-a2fc-7b63e825663e" providerId="ADAL" clId="{C1B1AE43-8376-4866-A07E-08A462ACC3A6}" dt="2022-12-20T15:04:54.725" v="21" actId="255"/>
          <ac:spMkLst>
            <pc:docMk/>
            <pc:sldMk cId="539688773" sldId="286"/>
            <ac:spMk id="4" creationId="{4CE9394E-F359-5412-2CDE-D609C7C23B31}"/>
          </ac:spMkLst>
        </pc:spChg>
        <pc:picChg chg="add mod">
          <ac:chgData name="Ran Feldesh" userId="e769d048-e6b8-4bc5-a2fc-7b63e825663e" providerId="ADAL" clId="{C1B1AE43-8376-4866-A07E-08A462ACC3A6}" dt="2022-12-20T15:03:55.280" v="16" actId="1076"/>
          <ac:picMkLst>
            <pc:docMk/>
            <pc:sldMk cId="539688773" sldId="286"/>
            <ac:picMk id="6" creationId="{2742E989-CCBA-BE8B-D446-315F8C36E645}"/>
          </ac:picMkLst>
        </pc:picChg>
      </pc:sldChg>
      <pc:sldChg chg="addSp delSp modSp add mod ord">
        <pc:chgData name="Ran Feldesh" userId="e769d048-e6b8-4bc5-a2fc-7b63e825663e" providerId="ADAL" clId="{C1B1AE43-8376-4866-A07E-08A462ACC3A6}" dt="2022-12-20T15:06:40.677" v="34"/>
        <pc:sldMkLst>
          <pc:docMk/>
          <pc:sldMk cId="3035530229" sldId="287"/>
        </pc:sldMkLst>
        <pc:spChg chg="mod">
          <ac:chgData name="Ran Feldesh" userId="e769d048-e6b8-4bc5-a2fc-7b63e825663e" providerId="ADAL" clId="{C1B1AE43-8376-4866-A07E-08A462ACC3A6}" dt="2022-12-20T15:06:40.677" v="34"/>
          <ac:spMkLst>
            <pc:docMk/>
            <pc:sldMk cId="3035530229" sldId="287"/>
            <ac:spMk id="4" creationId="{4CE9394E-F359-5412-2CDE-D609C7C23B31}"/>
          </ac:spMkLst>
        </pc:spChg>
        <pc:picChg chg="add mod">
          <ac:chgData name="Ran Feldesh" userId="e769d048-e6b8-4bc5-a2fc-7b63e825663e" providerId="ADAL" clId="{C1B1AE43-8376-4866-A07E-08A462ACC3A6}" dt="2022-12-20T15:06:09.452" v="33" actId="1076"/>
          <ac:picMkLst>
            <pc:docMk/>
            <pc:sldMk cId="3035530229" sldId="287"/>
            <ac:picMk id="5" creationId="{3A6A2C76-891E-0553-0631-D6FCD5809133}"/>
          </ac:picMkLst>
        </pc:picChg>
        <pc:picChg chg="del">
          <ac:chgData name="Ran Feldesh" userId="e769d048-e6b8-4bc5-a2fc-7b63e825663e" providerId="ADAL" clId="{C1B1AE43-8376-4866-A07E-08A462ACC3A6}" dt="2022-12-20T15:05:56.030" v="29" actId="478"/>
          <ac:picMkLst>
            <pc:docMk/>
            <pc:sldMk cId="3035530229" sldId="287"/>
            <ac:picMk id="6" creationId="{2742E989-CCBA-BE8B-D446-315F8C36E645}"/>
          </ac:picMkLst>
        </pc:picChg>
      </pc:sldChg>
      <pc:sldChg chg="addSp delSp modSp add mod">
        <pc:chgData name="Ran Feldesh" userId="e769d048-e6b8-4bc5-a2fc-7b63e825663e" providerId="ADAL" clId="{C1B1AE43-8376-4866-A07E-08A462ACC3A6}" dt="2022-12-20T15:27:43.512" v="53"/>
        <pc:sldMkLst>
          <pc:docMk/>
          <pc:sldMk cId="475436317" sldId="288"/>
        </pc:sldMkLst>
        <pc:spChg chg="mod">
          <ac:chgData name="Ran Feldesh" userId="e769d048-e6b8-4bc5-a2fc-7b63e825663e" providerId="ADAL" clId="{C1B1AE43-8376-4866-A07E-08A462ACC3A6}" dt="2022-12-20T15:27:43.512" v="53"/>
          <ac:spMkLst>
            <pc:docMk/>
            <pc:sldMk cId="475436317" sldId="288"/>
            <ac:spMk id="4" creationId="{4CE9394E-F359-5412-2CDE-D609C7C23B31}"/>
          </ac:spMkLst>
        </pc:spChg>
        <pc:picChg chg="add mod">
          <ac:chgData name="Ran Feldesh" userId="e769d048-e6b8-4bc5-a2fc-7b63e825663e" providerId="ADAL" clId="{C1B1AE43-8376-4866-A07E-08A462ACC3A6}" dt="2022-12-20T15:27:22.262" v="52" actId="1076"/>
          <ac:picMkLst>
            <pc:docMk/>
            <pc:sldMk cId="475436317" sldId="288"/>
            <ac:picMk id="5" creationId="{DD74B9AA-1D0C-37A1-FD76-936CC78E98D5}"/>
          </ac:picMkLst>
        </pc:picChg>
        <pc:picChg chg="del">
          <ac:chgData name="Ran Feldesh" userId="e769d048-e6b8-4bc5-a2fc-7b63e825663e" providerId="ADAL" clId="{C1B1AE43-8376-4866-A07E-08A462ACC3A6}" dt="2022-12-20T15:27:13.304" v="48" actId="478"/>
          <ac:picMkLst>
            <pc:docMk/>
            <pc:sldMk cId="475436317" sldId="288"/>
            <ac:picMk id="6" creationId="{2742E989-CCBA-BE8B-D446-315F8C36E645}"/>
          </ac:picMkLst>
        </pc:picChg>
      </pc:sldChg>
      <pc:sldChg chg="addSp delSp modSp add mod">
        <pc:chgData name="Ran Feldesh" userId="e769d048-e6b8-4bc5-a2fc-7b63e825663e" providerId="ADAL" clId="{C1B1AE43-8376-4866-A07E-08A462ACC3A6}" dt="2022-12-20T15:08:49.149" v="40" actId="255"/>
        <pc:sldMkLst>
          <pc:docMk/>
          <pc:sldMk cId="644105637" sldId="289"/>
        </pc:sldMkLst>
        <pc:spChg chg="mod">
          <ac:chgData name="Ran Feldesh" userId="e769d048-e6b8-4bc5-a2fc-7b63e825663e" providerId="ADAL" clId="{C1B1AE43-8376-4866-A07E-08A462ACC3A6}" dt="2022-12-20T15:08:49.149" v="40" actId="255"/>
          <ac:spMkLst>
            <pc:docMk/>
            <pc:sldMk cId="644105637" sldId="289"/>
            <ac:spMk id="4" creationId="{4CE9394E-F359-5412-2CDE-D609C7C23B31}"/>
          </ac:spMkLst>
        </pc:spChg>
        <pc:picChg chg="add mod">
          <ac:chgData name="Ran Feldesh" userId="e769d048-e6b8-4bc5-a2fc-7b63e825663e" providerId="ADAL" clId="{C1B1AE43-8376-4866-A07E-08A462ACC3A6}" dt="2022-12-20T15:08:41.327" v="39" actId="14100"/>
          <ac:picMkLst>
            <pc:docMk/>
            <pc:sldMk cId="644105637" sldId="289"/>
            <ac:picMk id="5" creationId="{0F407777-C775-88C2-B5BD-384201BF4B77}"/>
          </ac:picMkLst>
        </pc:picChg>
        <pc:picChg chg="del">
          <ac:chgData name="Ran Feldesh" userId="e769d048-e6b8-4bc5-a2fc-7b63e825663e" providerId="ADAL" clId="{C1B1AE43-8376-4866-A07E-08A462ACC3A6}" dt="2022-12-20T15:07:22.379" v="36" actId="478"/>
          <ac:picMkLst>
            <pc:docMk/>
            <pc:sldMk cId="644105637" sldId="289"/>
            <ac:picMk id="6" creationId="{2742E989-CCBA-BE8B-D446-315F8C36E645}"/>
          </ac:picMkLst>
        </pc:picChg>
      </pc:sldChg>
      <pc:sldChg chg="addSp delSp modSp add mod">
        <pc:chgData name="Ran Feldesh" userId="e769d048-e6b8-4bc5-a2fc-7b63e825663e" providerId="ADAL" clId="{C1B1AE43-8376-4866-A07E-08A462ACC3A6}" dt="2022-12-20T15:15:05.577" v="47" actId="1076"/>
        <pc:sldMkLst>
          <pc:docMk/>
          <pc:sldMk cId="1044247332" sldId="290"/>
        </pc:sldMkLst>
        <pc:spChg chg="mod">
          <ac:chgData name="Ran Feldesh" userId="e769d048-e6b8-4bc5-a2fc-7b63e825663e" providerId="ADAL" clId="{C1B1AE43-8376-4866-A07E-08A462ACC3A6}" dt="2022-12-20T15:13:55.526" v="41"/>
          <ac:spMkLst>
            <pc:docMk/>
            <pc:sldMk cId="1044247332" sldId="290"/>
            <ac:spMk id="4" creationId="{4CE9394E-F359-5412-2CDE-D609C7C23B31}"/>
          </ac:spMkLst>
        </pc:spChg>
        <pc:picChg chg="add mod">
          <ac:chgData name="Ran Feldesh" userId="e769d048-e6b8-4bc5-a2fc-7b63e825663e" providerId="ADAL" clId="{C1B1AE43-8376-4866-A07E-08A462ACC3A6}" dt="2022-12-20T15:15:05.577" v="47" actId="1076"/>
          <ac:picMkLst>
            <pc:docMk/>
            <pc:sldMk cId="1044247332" sldId="290"/>
            <ac:picMk id="5" creationId="{B41E68E5-892C-14DD-2F8F-C84DA1E1E71A}"/>
          </ac:picMkLst>
        </pc:picChg>
        <pc:picChg chg="del">
          <ac:chgData name="Ran Feldesh" userId="e769d048-e6b8-4bc5-a2fc-7b63e825663e" providerId="ADAL" clId="{C1B1AE43-8376-4866-A07E-08A462ACC3A6}" dt="2022-12-20T15:14:06.981" v="42" actId="478"/>
          <ac:picMkLst>
            <pc:docMk/>
            <pc:sldMk cId="1044247332" sldId="290"/>
            <ac:picMk id="6" creationId="{2742E989-CCBA-BE8B-D446-315F8C36E645}"/>
          </ac:picMkLst>
        </pc:picChg>
      </pc:sldChg>
      <pc:sldChg chg="addSp delSp modSp add mod ord">
        <pc:chgData name="Ran Feldesh" userId="e769d048-e6b8-4bc5-a2fc-7b63e825663e" providerId="ADAL" clId="{C1B1AE43-8376-4866-A07E-08A462ACC3A6}" dt="2022-12-21T13:29:47.658" v="57"/>
        <pc:sldMkLst>
          <pc:docMk/>
          <pc:sldMk cId="1471858571" sldId="291"/>
        </pc:sldMkLst>
        <pc:spChg chg="mod">
          <ac:chgData name="Ran Feldesh" userId="e769d048-e6b8-4bc5-a2fc-7b63e825663e" providerId="ADAL" clId="{C1B1AE43-8376-4866-A07E-08A462ACC3A6}" dt="2022-12-21T13:29:47.658" v="57"/>
          <ac:spMkLst>
            <pc:docMk/>
            <pc:sldMk cId="1471858571" sldId="291"/>
            <ac:spMk id="4" creationId="{4CE9394E-F359-5412-2CDE-D609C7C23B31}"/>
          </ac:spMkLst>
        </pc:spChg>
        <pc:picChg chg="add mod">
          <ac:chgData name="Ran Feldesh" userId="e769d048-e6b8-4bc5-a2fc-7b63e825663e" providerId="ADAL" clId="{C1B1AE43-8376-4866-A07E-08A462ACC3A6}" dt="2022-12-21T13:27:53.721" v="56" actId="1076"/>
          <ac:picMkLst>
            <pc:docMk/>
            <pc:sldMk cId="1471858571" sldId="291"/>
            <ac:picMk id="5" creationId="{218FE86E-547E-BBA0-BB21-A79BE5D7C872}"/>
          </ac:picMkLst>
        </pc:picChg>
        <pc:picChg chg="del">
          <ac:chgData name="Ran Feldesh" userId="e769d048-e6b8-4bc5-a2fc-7b63e825663e" providerId="ADAL" clId="{C1B1AE43-8376-4866-A07E-08A462ACC3A6}" dt="2022-12-21T13:26:19.990" v="54" actId="478"/>
          <ac:picMkLst>
            <pc:docMk/>
            <pc:sldMk cId="1471858571" sldId="291"/>
            <ac:picMk id="6" creationId="{2742E989-CCBA-BE8B-D446-315F8C36E6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593850-1F1E-7BF0-B0E2-7580595240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44AB7-6E88-A1B7-40B9-A09EFD437C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C99CEA0A-60C9-4B6F-B398-20AD84FA8DB7}" type="datetimeFigureOut">
              <a:rPr lang="en-CA"/>
              <a:pPr>
                <a:defRPr/>
              </a:pPr>
              <a:t>2022-12-21</a:t>
            </a:fld>
            <a:endParaRPr lang="en-C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C1D453F-18DB-612F-3D41-B32148FAD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3D69105-C899-1413-3AE7-311A80968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16D5E-A83C-D97B-ED83-41D46956D4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D18CC-E6A3-9A13-02F1-4F58057FD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82542B5-6F87-4A7B-A32F-2AA90D792C13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4D7FB5A3-82DE-05E1-BCB4-ED3C257301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12CA74C9-CCCD-DA01-F8FF-BD09DD4D47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CBA9EBC6-166D-DE81-D1B5-6EFD5C3D4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EA2FAA4-C9B6-461D-AAF3-DF914776E970}" type="slidenum">
              <a:rPr lang="en-CA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n-CA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 descr="GBC PPT Main">
            <a:extLst>
              <a:ext uri="{FF2B5EF4-FFF2-40B4-BE49-F238E27FC236}">
                <a16:creationId xmlns:a16="http://schemas.microsoft.com/office/drawing/2014/main" id="{88835F98-847F-F040-5D70-3069A835F2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955800" y="517525"/>
            <a:ext cx="7188200" cy="431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altLang="en-US" noProof="0" dirty="0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38200" y="2408238"/>
            <a:ext cx="7467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400" b="1"/>
            </a:lvl1pPr>
          </a:lstStyle>
          <a:p>
            <a:pPr lvl="0"/>
            <a:r>
              <a:rPr lang="en-CA" altLang="en-US" noProof="0"/>
              <a:t>Place Header Here</a:t>
            </a:r>
            <a:br>
              <a:rPr lang="en-CA" altLang="en-US" noProof="0"/>
            </a:br>
            <a:r>
              <a:rPr lang="en-CA" altLang="en-US" noProof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147647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114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9211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930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2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423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59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98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703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804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8788" y="381000"/>
            <a:ext cx="2116137" cy="5745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199188" cy="5745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052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381000"/>
            <a:ext cx="6994525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318904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8" descr="Template Slide with white slide Background. The template slide has a top section as a horizontal bar with blue background. The top section contains the George Brown College logo (top left). The footer is separated from the white background with a blue line.">
            <a:extLst>
              <a:ext uri="{FF2B5EF4-FFF2-40B4-BE49-F238E27FC236}">
                <a16:creationId xmlns:a16="http://schemas.microsoft.com/office/drawing/2014/main" id="{9C632BBF-303F-946D-1198-8696403B6B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70810032-B722-239B-1F28-DC33F8CE3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DB56757C-B8DE-D66E-07BD-27FB29501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text styles</a:t>
            </a:r>
          </a:p>
          <a:p>
            <a:pPr lvl="1"/>
            <a:r>
              <a:rPr lang="en-CA" altLang="en-US"/>
              <a:t>Second level</a:t>
            </a:r>
          </a:p>
          <a:p>
            <a:pPr lvl="2"/>
            <a:r>
              <a:rPr lang="en-CA" altLang="en-US"/>
              <a:t>Third level</a:t>
            </a:r>
          </a:p>
          <a:p>
            <a:pPr lvl="3"/>
            <a:r>
              <a:rPr lang="en-CA" altLang="en-US"/>
              <a:t>Fourth level</a:t>
            </a:r>
          </a:p>
          <a:p>
            <a:pPr lvl="4"/>
            <a:r>
              <a:rPr lang="en-CA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5000"/>
        </a:spcBef>
        <a:spcAft>
          <a:spcPct val="25000"/>
        </a:spcAft>
        <a:buClr>
          <a:srgbClr val="005AA6"/>
        </a:buClr>
        <a:buFont typeface="Wingdings" panose="05000000000000000000" pitchFamily="2" charset="2"/>
        <a:buChar char="§"/>
        <a:defRPr sz="28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5000"/>
        </a:spcBef>
        <a:spcAft>
          <a:spcPct val="25000"/>
        </a:spcAft>
        <a:buClr>
          <a:srgbClr val="005AA6"/>
        </a:buClr>
        <a:buChar char="–"/>
        <a:defRPr sz="2400">
          <a:solidFill>
            <a:srgbClr val="4D4D4D"/>
          </a:solidFill>
          <a:latin typeface="+mn-lt"/>
        </a:defRPr>
      </a:lvl2pPr>
      <a:lvl3pPr marL="1143000" indent="-228600" algn="l" rtl="0" eaLnBrk="0" fontAlgn="base" hangingPunct="0">
        <a:spcBef>
          <a:spcPct val="25000"/>
        </a:spcBef>
        <a:spcAft>
          <a:spcPct val="25000"/>
        </a:spcAft>
        <a:buClr>
          <a:srgbClr val="005AA6"/>
        </a:buClr>
        <a:buChar char="•"/>
        <a:defRPr sz="2000">
          <a:solidFill>
            <a:srgbClr val="4D4D4D"/>
          </a:solidFill>
          <a:latin typeface="+mn-lt"/>
        </a:defRPr>
      </a:lvl3pPr>
      <a:lvl4pPr marL="1600200" indent="-228600" algn="l" rtl="0" eaLnBrk="0" fontAlgn="base" hangingPunct="0">
        <a:spcBef>
          <a:spcPct val="25000"/>
        </a:spcBef>
        <a:spcAft>
          <a:spcPct val="25000"/>
        </a:spcAft>
        <a:buClr>
          <a:srgbClr val="005AA6"/>
        </a:buClr>
        <a:buChar char="–"/>
        <a:defRPr>
          <a:solidFill>
            <a:srgbClr val="4D4D4D"/>
          </a:solidFill>
          <a:latin typeface="+mn-lt"/>
        </a:defRPr>
      </a:lvl4pPr>
      <a:lvl5pPr marL="2057400" indent="-228600" algn="l" rtl="0" eaLnBrk="0" fontAlgn="base" hangingPunct="0">
        <a:spcBef>
          <a:spcPct val="25000"/>
        </a:spcBef>
        <a:spcAft>
          <a:spcPct val="25000"/>
        </a:spcAft>
        <a:buClr>
          <a:srgbClr val="005AA6"/>
        </a:buClr>
        <a:buChar char="»"/>
        <a:defRPr>
          <a:solidFill>
            <a:srgbClr val="4D4D4D"/>
          </a:solidFill>
          <a:latin typeface="+mn-lt"/>
        </a:defRPr>
      </a:lvl5pPr>
      <a:lvl6pPr marL="2514600" indent="-228600" algn="l" rtl="0" fontAlgn="base">
        <a:spcBef>
          <a:spcPct val="25000"/>
        </a:spcBef>
        <a:spcAft>
          <a:spcPct val="25000"/>
        </a:spcAft>
        <a:buClr>
          <a:srgbClr val="005AA6"/>
        </a:buClr>
        <a:buChar char="»"/>
        <a:defRPr>
          <a:solidFill>
            <a:srgbClr val="4D4D4D"/>
          </a:solidFill>
          <a:latin typeface="+mn-lt"/>
        </a:defRPr>
      </a:lvl6pPr>
      <a:lvl7pPr marL="2971800" indent="-228600" algn="l" rtl="0" fontAlgn="base">
        <a:spcBef>
          <a:spcPct val="25000"/>
        </a:spcBef>
        <a:spcAft>
          <a:spcPct val="25000"/>
        </a:spcAft>
        <a:buClr>
          <a:srgbClr val="005AA6"/>
        </a:buClr>
        <a:buChar char="»"/>
        <a:defRPr>
          <a:solidFill>
            <a:srgbClr val="4D4D4D"/>
          </a:solidFill>
          <a:latin typeface="+mn-lt"/>
        </a:defRPr>
      </a:lvl7pPr>
      <a:lvl8pPr marL="3429000" indent="-228600" algn="l" rtl="0" fontAlgn="base">
        <a:spcBef>
          <a:spcPct val="25000"/>
        </a:spcBef>
        <a:spcAft>
          <a:spcPct val="25000"/>
        </a:spcAft>
        <a:buClr>
          <a:srgbClr val="005AA6"/>
        </a:buClr>
        <a:buChar char="»"/>
        <a:defRPr>
          <a:solidFill>
            <a:srgbClr val="4D4D4D"/>
          </a:solidFill>
          <a:latin typeface="+mn-lt"/>
        </a:defRPr>
      </a:lvl8pPr>
      <a:lvl9pPr marL="3886200" indent="-228600" algn="l" rtl="0" fontAlgn="base">
        <a:spcBef>
          <a:spcPct val="25000"/>
        </a:spcBef>
        <a:spcAft>
          <a:spcPct val="25000"/>
        </a:spcAft>
        <a:buClr>
          <a:srgbClr val="005AA6"/>
        </a:buClr>
        <a:buChar char="»"/>
        <a:defRPr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eron/handson-ml3" TargetMode="External"/><Relationship Id="rId2" Type="http://schemas.openxmlformats.org/officeDocument/2006/relationships/hyperlink" Target="https://www.oreilly.com/library/view/hands-on-machine-learning/9781098125967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chollet/deep-learning-with-python-notebooks" TargetMode="External"/><Relationship Id="rId2" Type="http://schemas.openxmlformats.org/officeDocument/2006/relationships/hyperlink" Target="https://www.manning.com/books/deep-learning-with-python-second-edi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ep-learning-with-pytorch/dlwpt-code" TargetMode="External"/><Relationship Id="rId2" Type="http://schemas.openxmlformats.org/officeDocument/2006/relationships/hyperlink" Target="https://www.manning.com/books/deep-learning-with-pytorc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lp-with-transformers/notebooks" TargetMode="External"/><Relationship Id="rId2" Type="http://schemas.openxmlformats.org/officeDocument/2006/relationships/hyperlink" Target="https://transformersbook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sbt/machine-learning-book" TargetMode="External"/><Relationship Id="rId2" Type="http://schemas.openxmlformats.org/officeDocument/2006/relationships/hyperlink" Target="https://www.packtpub.com/product/machine-learning-with-pytorch-and-scikit-learn/978180181931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lecture_slides.html" TargetMode="External"/><Relationship Id="rId2" Type="http://schemas.openxmlformats.org/officeDocument/2006/relationships/hyperlink" Target="https://www.deeplearningbook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0">
            <a:extLst>
              <a:ext uri="{FF2B5EF4-FFF2-40B4-BE49-F238E27FC236}">
                <a16:creationId xmlns:a16="http://schemas.microsoft.com/office/drawing/2014/main" id="{D00018FE-FBE1-A6A6-7F30-27432F9D66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55800" y="363150"/>
            <a:ext cx="7188200" cy="431800"/>
          </a:xfrm>
        </p:spPr>
        <p:txBody>
          <a:bodyPr/>
          <a:lstStyle/>
          <a:p>
            <a:pPr eaLnBrk="1" hangingPunct="1"/>
            <a:r>
              <a:rPr lang="en-CA" altLang="en-US" sz="2800" dirty="0"/>
              <a:t>AASD4011: </a:t>
            </a:r>
            <a:r>
              <a:rPr lang="en-US" altLang="en-US" sz="2800" dirty="0"/>
              <a:t>Mathematical Concepts for Deep Learning</a:t>
            </a:r>
            <a:endParaRPr lang="en-CA" altLang="en-US" sz="2800" dirty="0"/>
          </a:p>
        </p:txBody>
      </p:sp>
      <p:sp>
        <p:nvSpPr>
          <p:cNvPr id="3075" name="Rectangle 21">
            <a:extLst>
              <a:ext uri="{FF2B5EF4-FFF2-40B4-BE49-F238E27FC236}">
                <a16:creationId xmlns:a16="http://schemas.microsoft.com/office/drawing/2014/main" id="{92D337C7-439E-D57C-0D5E-7FA39E1EDA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Resources</a:t>
            </a:r>
            <a:endParaRPr lang="en-CA" altLang="en-US" sz="3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862C-90B2-D16D-97C7-2B5F0FFA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394E-F359-5412-2CDE-D609C7C2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84" y="1130561"/>
            <a:ext cx="4589813" cy="5111750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Book: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Hands-On Machine Learning with Scikit-Learn, </a:t>
            </a:r>
            <a:r>
              <a:rPr lang="en-US" sz="11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TensorFlow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Aurélien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Géron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(October 2022)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O’Reily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(publisher)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Github</a:t>
            </a:r>
            <a:r>
              <a:rPr lang="en-US" sz="11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repo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the book - contains the code, but not the text.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A2C76-891E-0553-0631-D6FCD5809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8" y="1130561"/>
            <a:ext cx="3882472" cy="51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3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862C-90B2-D16D-97C7-2B5F0FFA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394E-F359-5412-2CDE-D609C7C2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84" y="1130561"/>
            <a:ext cx="4589813" cy="5111750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Book: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Deep Learning with Python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François Chollet (2nd Edition, October 2021)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Manning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(publisher) -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ebook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(pdf,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epub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drm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free; kindle)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Github</a:t>
            </a:r>
            <a:r>
              <a:rPr lang="en-US" sz="16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repo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 notebooks with code only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07777-C775-88C2-B5BD-384201BF4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30561"/>
            <a:ext cx="4263242" cy="533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0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862C-90B2-D16D-97C7-2B5F0FFA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394E-F359-5412-2CDE-D609C7C2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84" y="1130561"/>
            <a:ext cx="4589813" cy="5111750"/>
          </a:xfrm>
        </p:spPr>
        <p:txBody>
          <a:bodyPr/>
          <a:lstStyle/>
          <a:p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Book: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Deep Learning with PyTorch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Eli Stevens, Luca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Antiga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Thomas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Viehmann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July 2020, </a:t>
            </a:r>
            <a:r>
              <a:rPr lang="en-CA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Manning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CA" sz="18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Github</a:t>
            </a:r>
            <a:r>
              <a:rPr lang="en-CA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repo</a:t>
            </a:r>
            <a:endParaRPr lang="en-CA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E68E5-892C-14DD-2F8F-C84DA1E1E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72487"/>
            <a:ext cx="4141377" cy="522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4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862C-90B2-D16D-97C7-2B5F0FFA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394E-F359-5412-2CDE-D609C7C2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84" y="1130561"/>
            <a:ext cx="4589813" cy="5111750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Book: </a:t>
            </a:r>
            <a:r>
              <a:rPr lang="en-CA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Natural Language Processing with Transformers</a:t>
            </a:r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Lewis Tunstall, Leandro von Werra, Thomas Wolf  (</a:t>
            </a:r>
            <a:r>
              <a:rPr lang="en-CA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Huggingface</a:t>
            </a:r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cofounder)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edition (grayscale, March 2022), revised edition (May 2022, color)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6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https://transformersbook.com/</a:t>
            </a:r>
            <a:endParaRPr lang="en-CA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6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https://github.com/nlp-with-transformers/notebooks</a:t>
            </a:r>
            <a:endParaRPr lang="en-CA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2E989-CCBA-BE8B-D446-315F8C36E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1" y="1125551"/>
            <a:ext cx="3892750" cy="51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8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862C-90B2-D16D-97C7-2B5F0FFA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394E-F359-5412-2CDE-D609C7C2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84" y="1130561"/>
            <a:ext cx="4589813" cy="5111750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Book: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Machine Learning with PyTorch and Scikit-Learn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Sebastian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Raschka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et al. (February 2022):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Pckt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(publisher) -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ebook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(pdf and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epub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drm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free), print or combo. Only the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ebook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in color, print is grayscale.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Github</a:t>
            </a:r>
            <a:r>
              <a:rPr lang="en-US" sz="11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repo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4B9AA-1D0C-37A1-FD76-936CC78E9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30561"/>
            <a:ext cx="3954483" cy="490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36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862C-90B2-D16D-97C7-2B5F0FFA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9394E-F359-5412-2CDE-D609C7C2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84" y="1130561"/>
            <a:ext cx="4589813" cy="5111750"/>
          </a:xfrm>
        </p:spPr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Deep Learning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Goodfellow, 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Bengio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Courville (November 2016)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HTML version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 complete version (legally available)</a:t>
            </a:r>
          </a:p>
          <a:p>
            <a:r>
              <a:rPr lang="en-US" sz="11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Lecture Slides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 accompanying the book, by Goodfellow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FE86E-547E-BBA0-BB21-A79BE5D7C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5" y="1130561"/>
            <a:ext cx="3683189" cy="48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5857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241</Words>
  <Application>Microsoft Office PowerPoint</Application>
  <PresentationFormat>On-screen Show (4:3)</PresentationFormat>
  <Paragraphs>20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Default Design</vt:lpstr>
      <vt:lpstr>AASD4011: Mathematical Concepts for 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STSMEDIA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subject>Slide Template</dc:subject>
  <dc:creator>George Brown College</dc:creator>
  <cp:keywords>George Brown College; Slides Template; Master Layout</cp:keywords>
  <cp:lastModifiedBy>Ran Feldesh</cp:lastModifiedBy>
  <cp:revision>30</cp:revision>
  <dcterms:created xsi:type="dcterms:W3CDTF">2008-02-14T00:02:49Z</dcterms:created>
  <dcterms:modified xsi:type="dcterms:W3CDTF">2022-12-21T13:29:57Z</dcterms:modified>
</cp:coreProperties>
</file>