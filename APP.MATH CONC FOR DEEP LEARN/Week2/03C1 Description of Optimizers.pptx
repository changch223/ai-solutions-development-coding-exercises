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66">
          <p15:clr>
            <a:srgbClr val="A4A3A4"/>
          </p15:clr>
        </p15:guide>
        <p15:guide id="2" pos="1292">
          <p15:clr>
            <a:srgbClr val="A4A3A4"/>
          </p15:clr>
        </p15:guide>
      </p15:sldGuideLst>
    </p:ext>
    <p:ext uri="GoogleSlidesCustomDataVersion2">
      <go:slidesCustomData xmlns:go="http://customooxmlschemas.google.com/" r:id="rId32" roundtripDataSignature="AMtx7mjes2g9OIpp4ZatBVQBmLBWBbVy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66" orient="horz"/>
        <p:guide pos="129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 name="Google Shape;5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2" name="Google Shape;6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71832673d3_0_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8" name="Google Shape;68;g271832673d3_0_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71832673d3_0_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2" name="Google Shape;82;g271832673d3_0_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71832673d3_0_1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1" name="Google Shape;91;g271832673d3_0_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71832673d3_0_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0" name="Google Shape;100;g271832673d3_0_1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71832673d3_0_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9" name="Google Shape;109;g271832673d3_0_1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71832673d3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71832673d3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0" name="Google Shape;120;g271832673d3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71832673d3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71832673d3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7" name="Google Shape;127;g271832673d3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71832673d3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71832673d3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4" name="Google Shape;134;g271832673d3_0_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71832673d3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71832673d3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g271832673d3_0_2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71832673d3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71832673d3_0_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0" name="Google Shape;150;g271832673d3_0_3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71832673d3_0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71832673d3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 name="Google Shape;159;g271832673d3_0_4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71832673d3_0_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71832673d3_0_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6" name="Google Shape;166;g271832673d3_0_10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71832673d3_0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71832673d3_0_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g271832673d3_0_10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71832673d3_0_1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271832673d3_0_1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The image is an analogy for parametric optimization.</a:t>
            </a:r>
            <a:endParaRPr/>
          </a:p>
          <a:p>
            <a:pPr indent="0" lvl="0" marL="0" rtl="0" algn="l">
              <a:lnSpc>
                <a:spcPct val="100000"/>
              </a:lnSpc>
              <a:spcBef>
                <a:spcPts val="360"/>
              </a:spcBef>
              <a:spcAft>
                <a:spcPts val="0"/>
              </a:spcAft>
              <a:buSzPts val="1400"/>
              <a:buNone/>
            </a:pPr>
            <a:r>
              <a:rPr lang="en-CA"/>
              <a:t>So, in the image:</a:t>
            </a:r>
            <a:endParaRPr/>
          </a:p>
          <a:p>
            <a:pPr indent="0" lvl="0" marL="0" rtl="0" algn="l">
              <a:lnSpc>
                <a:spcPct val="100000"/>
              </a:lnSpc>
              <a:spcBef>
                <a:spcPts val="360"/>
              </a:spcBef>
              <a:spcAft>
                <a:spcPts val="0"/>
              </a:spcAft>
              <a:buSzPts val="1400"/>
              <a:buNone/>
            </a:pPr>
            <a:r>
              <a:rPr lang="en-CA"/>
              <a:t>What/Where is the Loss Function? It is the height of the surface</a:t>
            </a:r>
            <a:endParaRPr/>
          </a:p>
          <a:p>
            <a:pPr indent="0" lvl="0" marL="0" rtl="0" algn="l">
              <a:lnSpc>
                <a:spcPct val="100000"/>
              </a:lnSpc>
              <a:spcBef>
                <a:spcPts val="360"/>
              </a:spcBef>
              <a:spcAft>
                <a:spcPts val="0"/>
              </a:spcAft>
              <a:buSzPts val="1400"/>
              <a:buNone/>
            </a:pPr>
            <a:r>
              <a:rPr lang="en-CA"/>
              <a:t>What/Where is the Gradient? It is the slope of the surface</a:t>
            </a:r>
            <a:endParaRPr/>
          </a:p>
          <a:p>
            <a:pPr indent="0" lvl="0" marL="0" rtl="0" algn="l">
              <a:lnSpc>
                <a:spcPct val="100000"/>
              </a:lnSpc>
              <a:spcBef>
                <a:spcPts val="360"/>
              </a:spcBef>
              <a:spcAft>
                <a:spcPts val="0"/>
              </a:spcAft>
              <a:buSzPts val="1400"/>
              <a:buNone/>
            </a:pPr>
            <a:r>
              <a:rPr lang="en-CA"/>
              <a:t>What/Where are the trainable parameters? They are the x and y axes </a:t>
            </a:r>
            <a:endParaRPr/>
          </a:p>
          <a:p>
            <a:pPr indent="0" lvl="0" marL="0" rtl="0" algn="l">
              <a:lnSpc>
                <a:spcPct val="100000"/>
              </a:lnSpc>
              <a:spcBef>
                <a:spcPts val="360"/>
              </a:spcBef>
              <a:spcAft>
                <a:spcPts val="0"/>
              </a:spcAft>
              <a:buSzPts val="1400"/>
              <a:buNone/>
            </a:pPr>
            <a:r>
              <a:t/>
            </a:r>
            <a:endParaRPr/>
          </a:p>
        </p:txBody>
      </p:sp>
      <p:sp>
        <p:nvSpPr>
          <p:cNvPr id="181" name="Google Shape;181;g271832673d3_0_1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71832673d3_0_1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8" name="Google Shape;188;g271832673d3_0_1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71832673d3_0_1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271832673d3_0_1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Terminal / Maximum Speed</a:t>
            </a:r>
            <a:endParaRPr/>
          </a:p>
        </p:txBody>
      </p:sp>
      <p:sp>
        <p:nvSpPr>
          <p:cNvPr id="198" name="Google Shape;198;g271832673d3_0_1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71832673d3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71832673d3_0_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7" name="Google Shape;207;g271832673d3_0_4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71832673d3_0_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71832673d3_0_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6" name="Google Shape;216;g271832673d3_0_5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71832673d3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71832673d3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3" name="Google Shape;223;g271832673d3_0_6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71832673d3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71832673d3_0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0" name="Google Shape;230;g271832673d3_0_7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71832673d3_0_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71832673d3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7" name="Google Shape;237;g271832673d3_0_7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71832673d3_0_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71832673d3_0_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4" name="Google Shape;244;g271832673d3_0_8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71832673d3_0_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71832673d3_0_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1" name="Google Shape;251;g271832673d3_0_8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71832673d3_0_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71832673d3_0_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9" name="Google Shape;259;g271832673d3_0_1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3" name="Shape 13"/>
        <p:cNvGrpSpPr/>
        <p:nvPr/>
      </p:nvGrpSpPr>
      <p:grpSpPr>
        <a:xfrm>
          <a:off x="0" y="0"/>
          <a:ext cx="0" cy="0"/>
          <a:chOff x="0" y="0"/>
          <a:chExt cx="0" cy="0"/>
        </a:xfrm>
      </p:grpSpPr>
      <p:pic>
        <p:nvPicPr>
          <p:cNvPr descr="GBC PPT Main" id="14" name="Google Shape;14;p36"/>
          <p:cNvPicPr preferRelativeResize="0"/>
          <p:nvPr/>
        </p:nvPicPr>
        <p:blipFill rotWithShape="1">
          <a:blip r:embed="rId2">
            <a:alphaModFix/>
          </a:blip>
          <a:srcRect b="0" l="0" r="0" t="0"/>
          <a:stretch/>
        </p:blipFill>
        <p:spPr>
          <a:xfrm>
            <a:off x="-6350" y="0"/>
            <a:ext cx="9156700" cy="6858000"/>
          </a:xfrm>
          <a:prstGeom prst="rect">
            <a:avLst/>
          </a:prstGeom>
          <a:noFill/>
          <a:ln>
            <a:noFill/>
          </a:ln>
        </p:spPr>
      </p:pic>
      <p:sp>
        <p:nvSpPr>
          <p:cNvPr id="15" name="Google Shape;15;p36"/>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6"/>
          <p:cNvSpPr txBox="1"/>
          <p:nvPr>
            <p:ph idx="1" type="subTitle"/>
          </p:nvPr>
        </p:nvSpPr>
        <p:spPr>
          <a:xfrm>
            <a:off x="838200" y="2408238"/>
            <a:ext cx="74676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1100"/>
              </a:spcBef>
              <a:spcAft>
                <a:spcPts val="0"/>
              </a:spcAft>
              <a:buSzPts val="4400"/>
              <a:buFont typeface="Noto Sans Symbols"/>
              <a:buNone/>
              <a:defRPr b="1" sz="4400"/>
            </a:lvl1pPr>
            <a:lvl2pPr lvl="1" algn="l">
              <a:lnSpc>
                <a:spcPct val="100000"/>
              </a:lnSpc>
              <a:spcBef>
                <a:spcPts val="1100"/>
              </a:spcBef>
              <a:spcAft>
                <a:spcPts val="0"/>
              </a:spcAft>
              <a:buSzPts val="1800"/>
              <a:buChar char="–"/>
              <a:defRPr/>
            </a:lvl2pPr>
            <a:lvl3pPr lvl="2" algn="l">
              <a:lnSpc>
                <a:spcPct val="100000"/>
              </a:lnSpc>
              <a:spcBef>
                <a:spcPts val="450"/>
              </a:spcBef>
              <a:spcAft>
                <a:spcPts val="0"/>
              </a:spcAft>
              <a:buSzPts val="1800"/>
              <a:buChar char="•"/>
              <a:defRPr/>
            </a:lvl3pPr>
            <a:lvl4pPr lvl="3" algn="l">
              <a:lnSpc>
                <a:spcPct val="100000"/>
              </a:lnSpc>
              <a:spcBef>
                <a:spcPts val="450"/>
              </a:spcBef>
              <a:spcAft>
                <a:spcPts val="0"/>
              </a:spcAft>
              <a:buSzPts val="1800"/>
              <a:buChar char="–"/>
              <a:defRPr/>
            </a:lvl4pPr>
            <a:lvl5pPr lvl="4" algn="l">
              <a:lnSpc>
                <a:spcPct val="100000"/>
              </a:lnSpc>
              <a:spcBef>
                <a:spcPts val="450"/>
              </a:spcBef>
              <a:spcAft>
                <a:spcPts val="0"/>
              </a:spcAft>
              <a:buSzPts val="1800"/>
              <a:buChar char="»"/>
              <a:defRPr/>
            </a:lvl5pPr>
            <a:lvl6pPr lvl="5" algn="l">
              <a:lnSpc>
                <a:spcPct val="100000"/>
              </a:lnSpc>
              <a:spcBef>
                <a:spcPts val="450"/>
              </a:spcBef>
              <a:spcAft>
                <a:spcPts val="0"/>
              </a:spcAft>
              <a:buSzPts val="1800"/>
              <a:buChar char="»"/>
              <a:defRPr/>
            </a:lvl6pPr>
            <a:lvl7pPr lvl="6" algn="l">
              <a:lnSpc>
                <a:spcPct val="100000"/>
              </a:lnSpc>
              <a:spcBef>
                <a:spcPts val="450"/>
              </a:spcBef>
              <a:spcAft>
                <a:spcPts val="0"/>
              </a:spcAft>
              <a:buSzPts val="1800"/>
              <a:buChar char="»"/>
              <a:defRPr/>
            </a:lvl7pPr>
            <a:lvl8pPr lvl="7" algn="l">
              <a:lnSpc>
                <a:spcPct val="100000"/>
              </a:lnSpc>
              <a:spcBef>
                <a:spcPts val="450"/>
              </a:spcBef>
              <a:spcAft>
                <a:spcPts val="0"/>
              </a:spcAft>
              <a:buSzPts val="1800"/>
              <a:buChar char="»"/>
              <a:defRPr/>
            </a:lvl8pPr>
            <a:lvl9pPr lvl="8" algn="l">
              <a:lnSpc>
                <a:spcPct val="100000"/>
              </a:lnSpc>
              <a:spcBef>
                <a:spcPts val="450"/>
              </a:spcBef>
              <a:spcAft>
                <a:spcPts val="450"/>
              </a:spcAft>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450"/>
              </a:spcBef>
              <a:spcAft>
                <a:spcPts val="0"/>
              </a:spcAft>
              <a:buSzPts val="1800"/>
              <a:buChar char="▪"/>
              <a:defRPr/>
            </a:lvl1pPr>
            <a:lvl2pPr indent="-342900" lvl="1" marL="914400" algn="l">
              <a:lnSpc>
                <a:spcPct val="100000"/>
              </a:lnSpc>
              <a:spcBef>
                <a:spcPts val="450"/>
              </a:spcBef>
              <a:spcAft>
                <a:spcPts val="0"/>
              </a:spcAft>
              <a:buSzPts val="1800"/>
              <a:buChar char="–"/>
              <a:defRPr/>
            </a:lvl2pPr>
            <a:lvl3pPr indent="-342900" lvl="2" marL="1371600" algn="l">
              <a:lnSpc>
                <a:spcPct val="100000"/>
              </a:lnSpc>
              <a:spcBef>
                <a:spcPts val="450"/>
              </a:spcBef>
              <a:spcAft>
                <a:spcPts val="0"/>
              </a:spcAft>
              <a:buSzPts val="1800"/>
              <a:buChar char="•"/>
              <a:defRPr/>
            </a:lvl3pPr>
            <a:lvl4pPr indent="-342900" lvl="3" marL="1828800" algn="l">
              <a:lnSpc>
                <a:spcPct val="100000"/>
              </a:lnSpc>
              <a:spcBef>
                <a:spcPts val="450"/>
              </a:spcBef>
              <a:spcAft>
                <a:spcPts val="0"/>
              </a:spcAft>
              <a:buSzPts val="1800"/>
              <a:buChar char="–"/>
              <a:defRPr/>
            </a:lvl4pPr>
            <a:lvl5pPr indent="-342900" lvl="4" marL="2286000" algn="l">
              <a:lnSpc>
                <a:spcPct val="100000"/>
              </a:lnSpc>
              <a:spcBef>
                <a:spcPts val="450"/>
              </a:spcBef>
              <a:spcAft>
                <a:spcPts val="0"/>
              </a:spcAft>
              <a:buSzPts val="1800"/>
              <a:buChar char="»"/>
              <a:defRPr/>
            </a:lvl5pPr>
            <a:lvl6pPr indent="-342900" lvl="5" marL="2743200" algn="l">
              <a:lnSpc>
                <a:spcPct val="100000"/>
              </a:lnSpc>
              <a:spcBef>
                <a:spcPts val="450"/>
              </a:spcBef>
              <a:spcAft>
                <a:spcPts val="0"/>
              </a:spcAft>
              <a:buSzPts val="1800"/>
              <a:buChar char="»"/>
              <a:defRPr/>
            </a:lvl6pPr>
            <a:lvl7pPr indent="-342900" lvl="6" marL="3200400" algn="l">
              <a:lnSpc>
                <a:spcPct val="100000"/>
              </a:lnSpc>
              <a:spcBef>
                <a:spcPts val="450"/>
              </a:spcBef>
              <a:spcAft>
                <a:spcPts val="0"/>
              </a:spcAft>
              <a:buSzPts val="1800"/>
              <a:buChar char="»"/>
              <a:defRPr/>
            </a:lvl7pPr>
            <a:lvl8pPr indent="-342900" lvl="7" marL="3657600" algn="l">
              <a:lnSpc>
                <a:spcPct val="100000"/>
              </a:lnSpc>
              <a:spcBef>
                <a:spcPts val="450"/>
              </a:spcBef>
              <a:spcAft>
                <a:spcPts val="0"/>
              </a:spcAft>
              <a:buSzPts val="1800"/>
              <a:buChar char="»"/>
              <a:defRPr/>
            </a:lvl8pPr>
            <a:lvl9pPr indent="-342900" lvl="8" marL="4114800" algn="l">
              <a:lnSpc>
                <a:spcPct val="100000"/>
              </a:lnSpc>
              <a:spcBef>
                <a:spcPts val="450"/>
              </a:spcBef>
              <a:spcAft>
                <a:spcPts val="45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00"/>
              </a:spcBef>
              <a:spcAft>
                <a:spcPts val="0"/>
              </a:spcAft>
              <a:buSzPts val="2000"/>
              <a:buNone/>
              <a:defRPr sz="2000"/>
            </a:lvl1pPr>
            <a:lvl2pPr indent="-228600" lvl="1" marL="914400" algn="l">
              <a:lnSpc>
                <a:spcPct val="100000"/>
              </a:lnSpc>
              <a:spcBef>
                <a:spcPts val="500"/>
              </a:spcBef>
              <a:spcAft>
                <a:spcPts val="0"/>
              </a:spcAft>
              <a:buSzPts val="1800"/>
              <a:buFont typeface="Arial"/>
              <a:buNone/>
              <a:defRPr sz="1800"/>
            </a:lvl2pPr>
            <a:lvl3pPr indent="-228600" lvl="2" marL="1371600" algn="l">
              <a:lnSpc>
                <a:spcPct val="100000"/>
              </a:lnSpc>
              <a:spcBef>
                <a:spcPts val="450"/>
              </a:spcBef>
              <a:spcAft>
                <a:spcPts val="0"/>
              </a:spcAft>
              <a:buSzPts val="1600"/>
              <a:buFont typeface="Arial"/>
              <a:buNone/>
              <a:defRPr sz="1600"/>
            </a:lvl3pPr>
            <a:lvl4pPr indent="-228600" lvl="3" marL="1828800" algn="l">
              <a:lnSpc>
                <a:spcPct val="100000"/>
              </a:lnSpc>
              <a:spcBef>
                <a:spcPts val="400"/>
              </a:spcBef>
              <a:spcAft>
                <a:spcPts val="0"/>
              </a:spcAft>
              <a:buSzPts val="1400"/>
              <a:buFont typeface="Arial"/>
              <a:buNone/>
              <a:defRPr sz="1400"/>
            </a:lvl4pPr>
            <a:lvl5pPr indent="-228600" lvl="4" marL="2286000" algn="l">
              <a:lnSpc>
                <a:spcPct val="100000"/>
              </a:lnSpc>
              <a:spcBef>
                <a:spcPts val="350"/>
              </a:spcBef>
              <a:spcAft>
                <a:spcPts val="0"/>
              </a:spcAft>
              <a:buSzPts val="1400"/>
              <a:buFont typeface="Arial"/>
              <a:buNone/>
              <a:defRPr sz="1400"/>
            </a:lvl5pPr>
            <a:lvl6pPr indent="-228600" lvl="5" marL="2743200" algn="l">
              <a:lnSpc>
                <a:spcPct val="100000"/>
              </a:lnSpc>
              <a:spcBef>
                <a:spcPts val="350"/>
              </a:spcBef>
              <a:spcAft>
                <a:spcPts val="0"/>
              </a:spcAft>
              <a:buSzPts val="1400"/>
              <a:buFont typeface="Arial"/>
              <a:buNone/>
              <a:defRPr sz="1400"/>
            </a:lvl6pPr>
            <a:lvl7pPr indent="-228600" lvl="6" marL="3200400" algn="l">
              <a:lnSpc>
                <a:spcPct val="100000"/>
              </a:lnSpc>
              <a:spcBef>
                <a:spcPts val="350"/>
              </a:spcBef>
              <a:spcAft>
                <a:spcPts val="0"/>
              </a:spcAft>
              <a:buSzPts val="1400"/>
              <a:buFont typeface="Arial"/>
              <a:buNone/>
              <a:defRPr sz="1400"/>
            </a:lvl7pPr>
            <a:lvl8pPr indent="-228600" lvl="7" marL="3657600" algn="l">
              <a:lnSpc>
                <a:spcPct val="100000"/>
              </a:lnSpc>
              <a:spcBef>
                <a:spcPts val="350"/>
              </a:spcBef>
              <a:spcAft>
                <a:spcPts val="0"/>
              </a:spcAft>
              <a:buSzPts val="1400"/>
              <a:buFont typeface="Arial"/>
              <a:buNone/>
              <a:defRPr sz="1400"/>
            </a:lvl8pPr>
            <a:lvl9pPr indent="-228600" lvl="8" marL="4114800" algn="l">
              <a:lnSpc>
                <a:spcPct val="100000"/>
              </a:lnSpc>
              <a:spcBef>
                <a:spcPts val="350"/>
              </a:spcBef>
              <a:spcAft>
                <a:spcPts val="350"/>
              </a:spcAft>
              <a:buSzPts val="1400"/>
              <a:buFont typeface="Arial"/>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9"/>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700"/>
              </a:spcBef>
              <a:spcAft>
                <a:spcPts val="0"/>
              </a:spcAft>
              <a:buSzPts val="2800"/>
              <a:buChar char="▪"/>
              <a:defRPr sz="2800"/>
            </a:lvl1pPr>
            <a:lvl2pPr indent="-381000" lvl="1" marL="914400" algn="l">
              <a:lnSpc>
                <a:spcPct val="100000"/>
              </a:lnSpc>
              <a:spcBef>
                <a:spcPts val="700"/>
              </a:spcBef>
              <a:spcAft>
                <a:spcPts val="0"/>
              </a:spcAft>
              <a:buSzPts val="2400"/>
              <a:buFont typeface="Arial"/>
              <a:buChar char="–"/>
              <a:defRPr sz="2400"/>
            </a:lvl2pPr>
            <a:lvl3pPr indent="-355600" lvl="2" marL="1371600" algn="l">
              <a:lnSpc>
                <a:spcPct val="100000"/>
              </a:lnSpc>
              <a:spcBef>
                <a:spcPts val="600"/>
              </a:spcBef>
              <a:spcAft>
                <a:spcPts val="0"/>
              </a:spcAft>
              <a:buSzPts val="2000"/>
              <a:buFont typeface="Arial"/>
              <a:buChar char="•"/>
              <a:defRPr sz="2000"/>
            </a:lvl3pPr>
            <a:lvl4pPr indent="-342900" lvl="3" marL="1828800" algn="l">
              <a:lnSpc>
                <a:spcPct val="100000"/>
              </a:lnSpc>
              <a:spcBef>
                <a:spcPts val="500"/>
              </a:spcBef>
              <a:spcAft>
                <a:spcPts val="0"/>
              </a:spcAft>
              <a:buSzPts val="1800"/>
              <a:buFont typeface="Arial"/>
              <a:buChar char="–"/>
              <a:defRPr sz="1800"/>
            </a:lvl4pPr>
            <a:lvl5pPr indent="-342900" lvl="4" marL="2286000" algn="l">
              <a:lnSpc>
                <a:spcPct val="100000"/>
              </a:lnSpc>
              <a:spcBef>
                <a:spcPts val="450"/>
              </a:spcBef>
              <a:spcAft>
                <a:spcPts val="0"/>
              </a:spcAft>
              <a:buSzPts val="1800"/>
              <a:buFont typeface="Arial"/>
              <a:buChar char="»"/>
              <a:defRPr sz="1800"/>
            </a:lvl5pPr>
            <a:lvl6pPr indent="-342900" lvl="5" marL="2743200" algn="l">
              <a:lnSpc>
                <a:spcPct val="100000"/>
              </a:lnSpc>
              <a:spcBef>
                <a:spcPts val="450"/>
              </a:spcBef>
              <a:spcAft>
                <a:spcPts val="0"/>
              </a:spcAft>
              <a:buSzPts val="1800"/>
              <a:buFont typeface="Arial"/>
              <a:buChar char="»"/>
              <a:defRPr sz="1800"/>
            </a:lvl6pPr>
            <a:lvl7pPr indent="-342900" lvl="6" marL="3200400" algn="l">
              <a:lnSpc>
                <a:spcPct val="100000"/>
              </a:lnSpc>
              <a:spcBef>
                <a:spcPts val="450"/>
              </a:spcBef>
              <a:spcAft>
                <a:spcPts val="0"/>
              </a:spcAft>
              <a:buSzPts val="1800"/>
              <a:buFont typeface="Arial"/>
              <a:buChar char="»"/>
              <a:defRPr sz="1800"/>
            </a:lvl7pPr>
            <a:lvl8pPr indent="-342900" lvl="7" marL="3657600" algn="l">
              <a:lnSpc>
                <a:spcPct val="100000"/>
              </a:lnSpc>
              <a:spcBef>
                <a:spcPts val="450"/>
              </a:spcBef>
              <a:spcAft>
                <a:spcPts val="0"/>
              </a:spcAft>
              <a:buSzPts val="1800"/>
              <a:buFont typeface="Arial"/>
              <a:buChar char="»"/>
              <a:defRPr sz="1800"/>
            </a:lvl8pPr>
            <a:lvl9pPr indent="-342900" lvl="8" marL="4114800" algn="l">
              <a:lnSpc>
                <a:spcPct val="100000"/>
              </a:lnSpc>
              <a:spcBef>
                <a:spcPts val="450"/>
              </a:spcBef>
              <a:spcAft>
                <a:spcPts val="450"/>
              </a:spcAft>
              <a:buSzPts val="1800"/>
              <a:buFont typeface="Arial"/>
              <a:buChar char="»"/>
              <a:defRPr sz="1800"/>
            </a:lvl9pPr>
          </a:lstStyle>
          <a:p/>
        </p:txBody>
      </p:sp>
      <p:sp>
        <p:nvSpPr>
          <p:cNvPr id="26" name="Google Shape;26;p3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700"/>
              </a:spcBef>
              <a:spcAft>
                <a:spcPts val="0"/>
              </a:spcAft>
              <a:buSzPts val="2800"/>
              <a:buChar char="▪"/>
              <a:defRPr sz="2800"/>
            </a:lvl1pPr>
            <a:lvl2pPr indent="-381000" lvl="1" marL="914400" algn="l">
              <a:lnSpc>
                <a:spcPct val="100000"/>
              </a:lnSpc>
              <a:spcBef>
                <a:spcPts val="700"/>
              </a:spcBef>
              <a:spcAft>
                <a:spcPts val="0"/>
              </a:spcAft>
              <a:buSzPts val="2400"/>
              <a:buFont typeface="Arial"/>
              <a:buChar char="–"/>
              <a:defRPr sz="2400"/>
            </a:lvl2pPr>
            <a:lvl3pPr indent="-355600" lvl="2" marL="1371600" algn="l">
              <a:lnSpc>
                <a:spcPct val="100000"/>
              </a:lnSpc>
              <a:spcBef>
                <a:spcPts val="600"/>
              </a:spcBef>
              <a:spcAft>
                <a:spcPts val="0"/>
              </a:spcAft>
              <a:buSzPts val="2000"/>
              <a:buFont typeface="Arial"/>
              <a:buChar char="•"/>
              <a:defRPr sz="2000"/>
            </a:lvl3pPr>
            <a:lvl4pPr indent="-342900" lvl="3" marL="1828800" algn="l">
              <a:lnSpc>
                <a:spcPct val="100000"/>
              </a:lnSpc>
              <a:spcBef>
                <a:spcPts val="500"/>
              </a:spcBef>
              <a:spcAft>
                <a:spcPts val="0"/>
              </a:spcAft>
              <a:buSzPts val="1800"/>
              <a:buFont typeface="Arial"/>
              <a:buChar char="–"/>
              <a:defRPr sz="1800"/>
            </a:lvl4pPr>
            <a:lvl5pPr indent="-342900" lvl="4" marL="2286000" algn="l">
              <a:lnSpc>
                <a:spcPct val="100000"/>
              </a:lnSpc>
              <a:spcBef>
                <a:spcPts val="450"/>
              </a:spcBef>
              <a:spcAft>
                <a:spcPts val="0"/>
              </a:spcAft>
              <a:buSzPts val="1800"/>
              <a:buFont typeface="Arial"/>
              <a:buChar char="»"/>
              <a:defRPr sz="1800"/>
            </a:lvl5pPr>
            <a:lvl6pPr indent="-342900" lvl="5" marL="2743200" algn="l">
              <a:lnSpc>
                <a:spcPct val="100000"/>
              </a:lnSpc>
              <a:spcBef>
                <a:spcPts val="450"/>
              </a:spcBef>
              <a:spcAft>
                <a:spcPts val="0"/>
              </a:spcAft>
              <a:buSzPts val="1800"/>
              <a:buFont typeface="Arial"/>
              <a:buChar char="»"/>
              <a:defRPr sz="1800"/>
            </a:lvl6pPr>
            <a:lvl7pPr indent="-342900" lvl="6" marL="3200400" algn="l">
              <a:lnSpc>
                <a:spcPct val="100000"/>
              </a:lnSpc>
              <a:spcBef>
                <a:spcPts val="450"/>
              </a:spcBef>
              <a:spcAft>
                <a:spcPts val="0"/>
              </a:spcAft>
              <a:buSzPts val="1800"/>
              <a:buFont typeface="Arial"/>
              <a:buChar char="»"/>
              <a:defRPr sz="1800"/>
            </a:lvl7pPr>
            <a:lvl8pPr indent="-342900" lvl="7" marL="3657600" algn="l">
              <a:lnSpc>
                <a:spcPct val="100000"/>
              </a:lnSpc>
              <a:spcBef>
                <a:spcPts val="450"/>
              </a:spcBef>
              <a:spcAft>
                <a:spcPts val="0"/>
              </a:spcAft>
              <a:buSzPts val="1800"/>
              <a:buFont typeface="Arial"/>
              <a:buChar char="»"/>
              <a:defRPr sz="1800"/>
            </a:lvl8pPr>
            <a:lvl9pPr indent="-342900" lvl="8" marL="4114800" algn="l">
              <a:lnSpc>
                <a:spcPct val="100000"/>
              </a:lnSpc>
              <a:spcBef>
                <a:spcPts val="450"/>
              </a:spcBef>
              <a:spcAft>
                <a:spcPts val="450"/>
              </a:spcAft>
              <a:buSzPts val="1800"/>
              <a:buFont typeface="Arial"/>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600"/>
              </a:spcBef>
              <a:spcAft>
                <a:spcPts val="0"/>
              </a:spcAft>
              <a:buSzPts val="2400"/>
              <a:buNone/>
              <a:defRPr b="1" sz="2400"/>
            </a:lvl1pPr>
            <a:lvl2pPr indent="-228600" lvl="1" marL="914400" algn="l">
              <a:lnSpc>
                <a:spcPct val="100000"/>
              </a:lnSpc>
              <a:spcBef>
                <a:spcPts val="600"/>
              </a:spcBef>
              <a:spcAft>
                <a:spcPts val="0"/>
              </a:spcAft>
              <a:buSzPts val="2000"/>
              <a:buFont typeface="Arial"/>
              <a:buNone/>
              <a:defRPr b="1" sz="2000"/>
            </a:lvl2pPr>
            <a:lvl3pPr indent="-228600" lvl="2" marL="1371600" algn="l">
              <a:lnSpc>
                <a:spcPct val="100000"/>
              </a:lnSpc>
              <a:spcBef>
                <a:spcPts val="500"/>
              </a:spcBef>
              <a:spcAft>
                <a:spcPts val="0"/>
              </a:spcAft>
              <a:buSzPts val="1800"/>
              <a:buFont typeface="Arial"/>
              <a:buNone/>
              <a:defRPr b="1" sz="1800"/>
            </a:lvl3pPr>
            <a:lvl4pPr indent="-228600" lvl="3" marL="1828800" algn="l">
              <a:lnSpc>
                <a:spcPct val="100000"/>
              </a:lnSpc>
              <a:spcBef>
                <a:spcPts val="450"/>
              </a:spcBef>
              <a:spcAft>
                <a:spcPts val="0"/>
              </a:spcAft>
              <a:buSzPts val="1600"/>
              <a:buFont typeface="Arial"/>
              <a:buNone/>
              <a:defRPr b="1" sz="1600"/>
            </a:lvl4pPr>
            <a:lvl5pPr indent="-228600" lvl="4" marL="2286000" algn="l">
              <a:lnSpc>
                <a:spcPct val="100000"/>
              </a:lnSpc>
              <a:spcBef>
                <a:spcPts val="400"/>
              </a:spcBef>
              <a:spcAft>
                <a:spcPts val="0"/>
              </a:spcAft>
              <a:buSzPts val="1600"/>
              <a:buFont typeface="Arial"/>
              <a:buNone/>
              <a:defRPr b="1" sz="1600"/>
            </a:lvl5pPr>
            <a:lvl6pPr indent="-228600" lvl="5" marL="2743200" algn="l">
              <a:lnSpc>
                <a:spcPct val="100000"/>
              </a:lnSpc>
              <a:spcBef>
                <a:spcPts val="400"/>
              </a:spcBef>
              <a:spcAft>
                <a:spcPts val="0"/>
              </a:spcAft>
              <a:buSzPts val="1600"/>
              <a:buFont typeface="Arial"/>
              <a:buNone/>
              <a:defRPr b="1" sz="1600"/>
            </a:lvl6pPr>
            <a:lvl7pPr indent="-228600" lvl="6" marL="3200400" algn="l">
              <a:lnSpc>
                <a:spcPct val="100000"/>
              </a:lnSpc>
              <a:spcBef>
                <a:spcPts val="400"/>
              </a:spcBef>
              <a:spcAft>
                <a:spcPts val="0"/>
              </a:spcAft>
              <a:buSzPts val="1600"/>
              <a:buFont typeface="Arial"/>
              <a:buNone/>
              <a:defRPr b="1" sz="1600"/>
            </a:lvl7pPr>
            <a:lvl8pPr indent="-228600" lvl="7" marL="3657600" algn="l">
              <a:lnSpc>
                <a:spcPct val="100000"/>
              </a:lnSpc>
              <a:spcBef>
                <a:spcPts val="400"/>
              </a:spcBef>
              <a:spcAft>
                <a:spcPts val="0"/>
              </a:spcAft>
              <a:buSzPts val="1600"/>
              <a:buFont typeface="Arial"/>
              <a:buNone/>
              <a:defRPr b="1" sz="1600"/>
            </a:lvl8pPr>
            <a:lvl9pPr indent="-228600" lvl="8" marL="4114800" algn="l">
              <a:lnSpc>
                <a:spcPct val="100000"/>
              </a:lnSpc>
              <a:spcBef>
                <a:spcPts val="400"/>
              </a:spcBef>
              <a:spcAft>
                <a:spcPts val="400"/>
              </a:spcAft>
              <a:buSzPts val="1600"/>
              <a:buFont typeface="Arial"/>
              <a:buNone/>
              <a:defRPr b="1" sz="1600"/>
            </a:lvl9pPr>
          </a:lstStyle>
          <a:p/>
        </p:txBody>
      </p:sp>
      <p:sp>
        <p:nvSpPr>
          <p:cNvPr id="30" name="Google Shape;30;p4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600"/>
              </a:spcBef>
              <a:spcAft>
                <a:spcPts val="0"/>
              </a:spcAft>
              <a:buSzPts val="2400"/>
              <a:buChar char="▪"/>
              <a:defRPr sz="2400"/>
            </a:lvl1pPr>
            <a:lvl2pPr indent="-355600" lvl="1" marL="914400" algn="l">
              <a:lnSpc>
                <a:spcPct val="100000"/>
              </a:lnSpc>
              <a:spcBef>
                <a:spcPts val="600"/>
              </a:spcBef>
              <a:spcAft>
                <a:spcPts val="0"/>
              </a:spcAft>
              <a:buSzPts val="2000"/>
              <a:buFont typeface="Arial"/>
              <a:buChar char="–"/>
              <a:defRPr sz="2000"/>
            </a:lvl2pPr>
            <a:lvl3pPr indent="-342900" lvl="2" marL="1371600" algn="l">
              <a:lnSpc>
                <a:spcPct val="100000"/>
              </a:lnSpc>
              <a:spcBef>
                <a:spcPts val="500"/>
              </a:spcBef>
              <a:spcAft>
                <a:spcPts val="0"/>
              </a:spcAft>
              <a:buSzPts val="1800"/>
              <a:buFont typeface="Arial"/>
              <a:buChar char="•"/>
              <a:defRPr sz="1800"/>
            </a:lvl3pPr>
            <a:lvl4pPr indent="-330200" lvl="3" marL="1828800" algn="l">
              <a:lnSpc>
                <a:spcPct val="100000"/>
              </a:lnSpc>
              <a:spcBef>
                <a:spcPts val="450"/>
              </a:spcBef>
              <a:spcAft>
                <a:spcPts val="0"/>
              </a:spcAft>
              <a:buSzPts val="1600"/>
              <a:buFont typeface="Arial"/>
              <a:buChar char="–"/>
              <a:defRPr sz="1600"/>
            </a:lvl4pPr>
            <a:lvl5pPr indent="-330200" lvl="4" marL="2286000" algn="l">
              <a:lnSpc>
                <a:spcPct val="100000"/>
              </a:lnSpc>
              <a:spcBef>
                <a:spcPts val="400"/>
              </a:spcBef>
              <a:spcAft>
                <a:spcPts val="0"/>
              </a:spcAft>
              <a:buSzPts val="1600"/>
              <a:buFont typeface="Arial"/>
              <a:buChar char="»"/>
              <a:defRPr sz="1600"/>
            </a:lvl5pPr>
            <a:lvl6pPr indent="-330200" lvl="5" marL="2743200" algn="l">
              <a:lnSpc>
                <a:spcPct val="100000"/>
              </a:lnSpc>
              <a:spcBef>
                <a:spcPts val="400"/>
              </a:spcBef>
              <a:spcAft>
                <a:spcPts val="0"/>
              </a:spcAft>
              <a:buSzPts val="1600"/>
              <a:buFont typeface="Arial"/>
              <a:buChar char="»"/>
              <a:defRPr sz="1600"/>
            </a:lvl6pPr>
            <a:lvl7pPr indent="-330200" lvl="6" marL="3200400" algn="l">
              <a:lnSpc>
                <a:spcPct val="100000"/>
              </a:lnSpc>
              <a:spcBef>
                <a:spcPts val="400"/>
              </a:spcBef>
              <a:spcAft>
                <a:spcPts val="0"/>
              </a:spcAft>
              <a:buSzPts val="1600"/>
              <a:buFont typeface="Arial"/>
              <a:buChar char="»"/>
              <a:defRPr sz="1600"/>
            </a:lvl7pPr>
            <a:lvl8pPr indent="-330200" lvl="7" marL="3657600" algn="l">
              <a:lnSpc>
                <a:spcPct val="100000"/>
              </a:lnSpc>
              <a:spcBef>
                <a:spcPts val="400"/>
              </a:spcBef>
              <a:spcAft>
                <a:spcPts val="0"/>
              </a:spcAft>
              <a:buSzPts val="1600"/>
              <a:buFont typeface="Arial"/>
              <a:buChar char="»"/>
              <a:defRPr sz="1600"/>
            </a:lvl8pPr>
            <a:lvl9pPr indent="-330200" lvl="8" marL="4114800" algn="l">
              <a:lnSpc>
                <a:spcPct val="100000"/>
              </a:lnSpc>
              <a:spcBef>
                <a:spcPts val="400"/>
              </a:spcBef>
              <a:spcAft>
                <a:spcPts val="400"/>
              </a:spcAft>
              <a:buSzPts val="1600"/>
              <a:buFont typeface="Arial"/>
              <a:buChar char="»"/>
              <a:defRPr sz="1600"/>
            </a:lvl9pPr>
          </a:lstStyle>
          <a:p/>
        </p:txBody>
      </p:sp>
      <p:sp>
        <p:nvSpPr>
          <p:cNvPr id="31" name="Google Shape;31;p4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600"/>
              </a:spcBef>
              <a:spcAft>
                <a:spcPts val="0"/>
              </a:spcAft>
              <a:buSzPts val="2400"/>
              <a:buNone/>
              <a:defRPr b="1" sz="2400"/>
            </a:lvl1pPr>
            <a:lvl2pPr indent="-228600" lvl="1" marL="914400" algn="l">
              <a:lnSpc>
                <a:spcPct val="100000"/>
              </a:lnSpc>
              <a:spcBef>
                <a:spcPts val="600"/>
              </a:spcBef>
              <a:spcAft>
                <a:spcPts val="0"/>
              </a:spcAft>
              <a:buSzPts val="2000"/>
              <a:buFont typeface="Arial"/>
              <a:buNone/>
              <a:defRPr b="1" sz="2000"/>
            </a:lvl2pPr>
            <a:lvl3pPr indent="-228600" lvl="2" marL="1371600" algn="l">
              <a:lnSpc>
                <a:spcPct val="100000"/>
              </a:lnSpc>
              <a:spcBef>
                <a:spcPts val="500"/>
              </a:spcBef>
              <a:spcAft>
                <a:spcPts val="0"/>
              </a:spcAft>
              <a:buSzPts val="1800"/>
              <a:buFont typeface="Arial"/>
              <a:buNone/>
              <a:defRPr b="1" sz="1800"/>
            </a:lvl3pPr>
            <a:lvl4pPr indent="-228600" lvl="3" marL="1828800" algn="l">
              <a:lnSpc>
                <a:spcPct val="100000"/>
              </a:lnSpc>
              <a:spcBef>
                <a:spcPts val="450"/>
              </a:spcBef>
              <a:spcAft>
                <a:spcPts val="0"/>
              </a:spcAft>
              <a:buSzPts val="1600"/>
              <a:buFont typeface="Arial"/>
              <a:buNone/>
              <a:defRPr b="1" sz="1600"/>
            </a:lvl4pPr>
            <a:lvl5pPr indent="-228600" lvl="4" marL="2286000" algn="l">
              <a:lnSpc>
                <a:spcPct val="100000"/>
              </a:lnSpc>
              <a:spcBef>
                <a:spcPts val="400"/>
              </a:spcBef>
              <a:spcAft>
                <a:spcPts val="0"/>
              </a:spcAft>
              <a:buSzPts val="1600"/>
              <a:buFont typeface="Arial"/>
              <a:buNone/>
              <a:defRPr b="1" sz="1600"/>
            </a:lvl5pPr>
            <a:lvl6pPr indent="-228600" lvl="5" marL="2743200" algn="l">
              <a:lnSpc>
                <a:spcPct val="100000"/>
              </a:lnSpc>
              <a:spcBef>
                <a:spcPts val="400"/>
              </a:spcBef>
              <a:spcAft>
                <a:spcPts val="0"/>
              </a:spcAft>
              <a:buSzPts val="1600"/>
              <a:buFont typeface="Arial"/>
              <a:buNone/>
              <a:defRPr b="1" sz="1600"/>
            </a:lvl6pPr>
            <a:lvl7pPr indent="-228600" lvl="6" marL="3200400" algn="l">
              <a:lnSpc>
                <a:spcPct val="100000"/>
              </a:lnSpc>
              <a:spcBef>
                <a:spcPts val="400"/>
              </a:spcBef>
              <a:spcAft>
                <a:spcPts val="0"/>
              </a:spcAft>
              <a:buSzPts val="1600"/>
              <a:buFont typeface="Arial"/>
              <a:buNone/>
              <a:defRPr b="1" sz="1600"/>
            </a:lvl7pPr>
            <a:lvl8pPr indent="-228600" lvl="7" marL="3657600" algn="l">
              <a:lnSpc>
                <a:spcPct val="100000"/>
              </a:lnSpc>
              <a:spcBef>
                <a:spcPts val="400"/>
              </a:spcBef>
              <a:spcAft>
                <a:spcPts val="0"/>
              </a:spcAft>
              <a:buSzPts val="1600"/>
              <a:buFont typeface="Arial"/>
              <a:buNone/>
              <a:defRPr b="1" sz="1600"/>
            </a:lvl8pPr>
            <a:lvl9pPr indent="-228600" lvl="8" marL="4114800" algn="l">
              <a:lnSpc>
                <a:spcPct val="100000"/>
              </a:lnSpc>
              <a:spcBef>
                <a:spcPts val="400"/>
              </a:spcBef>
              <a:spcAft>
                <a:spcPts val="400"/>
              </a:spcAft>
              <a:buSzPts val="1600"/>
              <a:buFont typeface="Arial"/>
              <a:buNone/>
              <a:defRPr b="1" sz="1600"/>
            </a:lvl9pPr>
          </a:lstStyle>
          <a:p/>
        </p:txBody>
      </p:sp>
      <p:sp>
        <p:nvSpPr>
          <p:cNvPr id="32" name="Google Shape;32;p4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600"/>
              </a:spcBef>
              <a:spcAft>
                <a:spcPts val="0"/>
              </a:spcAft>
              <a:buSzPts val="2400"/>
              <a:buChar char="▪"/>
              <a:defRPr sz="2400"/>
            </a:lvl1pPr>
            <a:lvl2pPr indent="-355600" lvl="1" marL="914400" algn="l">
              <a:lnSpc>
                <a:spcPct val="100000"/>
              </a:lnSpc>
              <a:spcBef>
                <a:spcPts val="600"/>
              </a:spcBef>
              <a:spcAft>
                <a:spcPts val="0"/>
              </a:spcAft>
              <a:buSzPts val="2000"/>
              <a:buFont typeface="Arial"/>
              <a:buChar char="–"/>
              <a:defRPr sz="2000"/>
            </a:lvl2pPr>
            <a:lvl3pPr indent="-342900" lvl="2" marL="1371600" algn="l">
              <a:lnSpc>
                <a:spcPct val="100000"/>
              </a:lnSpc>
              <a:spcBef>
                <a:spcPts val="500"/>
              </a:spcBef>
              <a:spcAft>
                <a:spcPts val="0"/>
              </a:spcAft>
              <a:buSzPts val="1800"/>
              <a:buFont typeface="Arial"/>
              <a:buChar char="•"/>
              <a:defRPr sz="1800"/>
            </a:lvl3pPr>
            <a:lvl4pPr indent="-330200" lvl="3" marL="1828800" algn="l">
              <a:lnSpc>
                <a:spcPct val="100000"/>
              </a:lnSpc>
              <a:spcBef>
                <a:spcPts val="450"/>
              </a:spcBef>
              <a:spcAft>
                <a:spcPts val="0"/>
              </a:spcAft>
              <a:buSzPts val="1600"/>
              <a:buFont typeface="Arial"/>
              <a:buChar char="–"/>
              <a:defRPr sz="1600"/>
            </a:lvl4pPr>
            <a:lvl5pPr indent="-330200" lvl="4" marL="2286000" algn="l">
              <a:lnSpc>
                <a:spcPct val="100000"/>
              </a:lnSpc>
              <a:spcBef>
                <a:spcPts val="400"/>
              </a:spcBef>
              <a:spcAft>
                <a:spcPts val="0"/>
              </a:spcAft>
              <a:buSzPts val="1600"/>
              <a:buFont typeface="Arial"/>
              <a:buChar char="»"/>
              <a:defRPr sz="1600"/>
            </a:lvl5pPr>
            <a:lvl6pPr indent="-330200" lvl="5" marL="2743200" algn="l">
              <a:lnSpc>
                <a:spcPct val="100000"/>
              </a:lnSpc>
              <a:spcBef>
                <a:spcPts val="400"/>
              </a:spcBef>
              <a:spcAft>
                <a:spcPts val="0"/>
              </a:spcAft>
              <a:buSzPts val="1600"/>
              <a:buFont typeface="Arial"/>
              <a:buChar char="»"/>
              <a:defRPr sz="1600"/>
            </a:lvl6pPr>
            <a:lvl7pPr indent="-330200" lvl="6" marL="3200400" algn="l">
              <a:lnSpc>
                <a:spcPct val="100000"/>
              </a:lnSpc>
              <a:spcBef>
                <a:spcPts val="400"/>
              </a:spcBef>
              <a:spcAft>
                <a:spcPts val="0"/>
              </a:spcAft>
              <a:buSzPts val="1600"/>
              <a:buFont typeface="Arial"/>
              <a:buChar char="»"/>
              <a:defRPr sz="1600"/>
            </a:lvl7pPr>
            <a:lvl8pPr indent="-330200" lvl="7" marL="3657600" algn="l">
              <a:lnSpc>
                <a:spcPct val="100000"/>
              </a:lnSpc>
              <a:spcBef>
                <a:spcPts val="400"/>
              </a:spcBef>
              <a:spcAft>
                <a:spcPts val="0"/>
              </a:spcAft>
              <a:buSzPts val="1600"/>
              <a:buFont typeface="Arial"/>
              <a:buChar char="»"/>
              <a:defRPr sz="1600"/>
            </a:lvl8pPr>
            <a:lvl9pPr indent="-330200" lvl="8" marL="4114800" algn="l">
              <a:lnSpc>
                <a:spcPct val="100000"/>
              </a:lnSpc>
              <a:spcBef>
                <a:spcPts val="400"/>
              </a:spcBef>
              <a:spcAft>
                <a:spcPts val="400"/>
              </a:spcAft>
              <a:buSzPts val="1600"/>
              <a:buFont typeface="Arial"/>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41"/>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 name="Shape 36"/>
        <p:cNvGrpSpPr/>
        <p:nvPr/>
      </p:nvGrpSpPr>
      <p:grpSpPr>
        <a:xfrm>
          <a:off x="0" y="0"/>
          <a:ext cx="0" cy="0"/>
          <a:chOff x="0" y="0"/>
          <a:chExt cx="0" cy="0"/>
        </a:xfrm>
      </p:grpSpPr>
      <p:sp>
        <p:nvSpPr>
          <p:cNvPr id="37" name="Google Shape;37;p4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800"/>
              </a:spcBef>
              <a:spcAft>
                <a:spcPts val="0"/>
              </a:spcAft>
              <a:buSzPts val="3200"/>
              <a:buChar char="▪"/>
              <a:defRPr sz="3200"/>
            </a:lvl1pPr>
            <a:lvl2pPr indent="-406400" lvl="1" marL="914400" algn="l">
              <a:lnSpc>
                <a:spcPct val="100000"/>
              </a:lnSpc>
              <a:spcBef>
                <a:spcPts val="800"/>
              </a:spcBef>
              <a:spcAft>
                <a:spcPts val="0"/>
              </a:spcAft>
              <a:buSzPts val="2800"/>
              <a:buFont typeface="Arial"/>
              <a:buChar char="–"/>
              <a:defRPr sz="2800"/>
            </a:lvl2pPr>
            <a:lvl3pPr indent="-381000" lvl="2" marL="1371600" algn="l">
              <a:lnSpc>
                <a:spcPct val="100000"/>
              </a:lnSpc>
              <a:spcBef>
                <a:spcPts val="700"/>
              </a:spcBef>
              <a:spcAft>
                <a:spcPts val="0"/>
              </a:spcAft>
              <a:buSzPts val="2400"/>
              <a:buFont typeface="Arial"/>
              <a:buChar char="•"/>
              <a:defRPr sz="2400"/>
            </a:lvl3pPr>
            <a:lvl4pPr indent="-355600" lvl="3" marL="1828800" algn="l">
              <a:lnSpc>
                <a:spcPct val="100000"/>
              </a:lnSpc>
              <a:spcBef>
                <a:spcPts val="600"/>
              </a:spcBef>
              <a:spcAft>
                <a:spcPts val="0"/>
              </a:spcAft>
              <a:buSzPts val="2000"/>
              <a:buFont typeface="Arial"/>
              <a:buChar char="–"/>
              <a:defRPr sz="2000"/>
            </a:lvl4pPr>
            <a:lvl5pPr indent="-355600" lvl="4" marL="2286000" algn="l">
              <a:lnSpc>
                <a:spcPct val="100000"/>
              </a:lnSpc>
              <a:spcBef>
                <a:spcPts val="500"/>
              </a:spcBef>
              <a:spcAft>
                <a:spcPts val="0"/>
              </a:spcAft>
              <a:buSzPts val="2000"/>
              <a:buFont typeface="Arial"/>
              <a:buChar char="»"/>
              <a:defRPr sz="2000"/>
            </a:lvl5pPr>
            <a:lvl6pPr indent="-355600" lvl="5" marL="2743200" algn="l">
              <a:lnSpc>
                <a:spcPct val="100000"/>
              </a:lnSpc>
              <a:spcBef>
                <a:spcPts val="500"/>
              </a:spcBef>
              <a:spcAft>
                <a:spcPts val="0"/>
              </a:spcAft>
              <a:buSzPts val="2000"/>
              <a:buFont typeface="Arial"/>
              <a:buChar char="»"/>
              <a:defRPr sz="2000"/>
            </a:lvl6pPr>
            <a:lvl7pPr indent="-355600" lvl="6" marL="3200400" algn="l">
              <a:lnSpc>
                <a:spcPct val="100000"/>
              </a:lnSpc>
              <a:spcBef>
                <a:spcPts val="500"/>
              </a:spcBef>
              <a:spcAft>
                <a:spcPts val="0"/>
              </a:spcAft>
              <a:buSzPts val="2000"/>
              <a:buFont typeface="Arial"/>
              <a:buChar char="»"/>
              <a:defRPr sz="2000"/>
            </a:lvl7pPr>
            <a:lvl8pPr indent="-355600" lvl="7" marL="3657600" algn="l">
              <a:lnSpc>
                <a:spcPct val="100000"/>
              </a:lnSpc>
              <a:spcBef>
                <a:spcPts val="500"/>
              </a:spcBef>
              <a:spcAft>
                <a:spcPts val="0"/>
              </a:spcAft>
              <a:buSzPts val="2000"/>
              <a:buFont typeface="Arial"/>
              <a:buChar char="»"/>
              <a:defRPr sz="2000"/>
            </a:lvl8pPr>
            <a:lvl9pPr indent="-355600" lvl="8" marL="4114800" algn="l">
              <a:lnSpc>
                <a:spcPct val="100000"/>
              </a:lnSpc>
              <a:spcBef>
                <a:spcPts val="500"/>
              </a:spcBef>
              <a:spcAft>
                <a:spcPts val="500"/>
              </a:spcAft>
              <a:buSzPts val="2000"/>
              <a:buFont typeface="Arial"/>
              <a:buChar char="»"/>
              <a:defRPr sz="2000"/>
            </a:lvl9pPr>
          </a:lstStyle>
          <a:p/>
        </p:txBody>
      </p:sp>
      <p:sp>
        <p:nvSpPr>
          <p:cNvPr id="39" name="Google Shape;39;p4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50"/>
              </a:spcBef>
              <a:spcAft>
                <a:spcPts val="0"/>
              </a:spcAft>
              <a:buSzPts val="1400"/>
              <a:buNone/>
              <a:defRPr sz="1400"/>
            </a:lvl1pPr>
            <a:lvl2pPr indent="-228600" lvl="1" marL="914400" algn="l">
              <a:lnSpc>
                <a:spcPct val="100000"/>
              </a:lnSpc>
              <a:spcBef>
                <a:spcPts val="350"/>
              </a:spcBef>
              <a:spcAft>
                <a:spcPts val="0"/>
              </a:spcAft>
              <a:buSzPts val="1200"/>
              <a:buFont typeface="Arial"/>
              <a:buNone/>
              <a:defRPr sz="1200"/>
            </a:lvl2pPr>
            <a:lvl3pPr indent="-228600" lvl="2" marL="1371600" algn="l">
              <a:lnSpc>
                <a:spcPct val="100000"/>
              </a:lnSpc>
              <a:spcBef>
                <a:spcPts val="300"/>
              </a:spcBef>
              <a:spcAft>
                <a:spcPts val="0"/>
              </a:spcAft>
              <a:buSzPts val="1000"/>
              <a:buFont typeface="Arial"/>
              <a:buNone/>
              <a:defRPr sz="1000"/>
            </a:lvl3pPr>
            <a:lvl4pPr indent="-228600" lvl="3" marL="1828800" algn="l">
              <a:lnSpc>
                <a:spcPct val="100000"/>
              </a:lnSpc>
              <a:spcBef>
                <a:spcPts val="250"/>
              </a:spcBef>
              <a:spcAft>
                <a:spcPts val="0"/>
              </a:spcAft>
              <a:buSzPts val="900"/>
              <a:buFont typeface="Arial"/>
              <a:buNone/>
              <a:defRPr sz="900"/>
            </a:lvl4pPr>
            <a:lvl5pPr indent="-228600" lvl="4" marL="2286000" algn="l">
              <a:lnSpc>
                <a:spcPct val="100000"/>
              </a:lnSpc>
              <a:spcBef>
                <a:spcPts val="225"/>
              </a:spcBef>
              <a:spcAft>
                <a:spcPts val="0"/>
              </a:spcAft>
              <a:buSzPts val="900"/>
              <a:buFont typeface="Arial"/>
              <a:buNone/>
              <a:defRPr sz="900"/>
            </a:lvl5pPr>
            <a:lvl6pPr indent="-228600" lvl="5" marL="2743200" algn="l">
              <a:lnSpc>
                <a:spcPct val="100000"/>
              </a:lnSpc>
              <a:spcBef>
                <a:spcPts val="225"/>
              </a:spcBef>
              <a:spcAft>
                <a:spcPts val="0"/>
              </a:spcAft>
              <a:buSzPts val="900"/>
              <a:buFont typeface="Arial"/>
              <a:buNone/>
              <a:defRPr sz="900"/>
            </a:lvl6pPr>
            <a:lvl7pPr indent="-228600" lvl="6" marL="3200400" algn="l">
              <a:lnSpc>
                <a:spcPct val="100000"/>
              </a:lnSpc>
              <a:spcBef>
                <a:spcPts val="225"/>
              </a:spcBef>
              <a:spcAft>
                <a:spcPts val="0"/>
              </a:spcAft>
              <a:buSzPts val="900"/>
              <a:buFont typeface="Arial"/>
              <a:buNone/>
              <a:defRPr sz="900"/>
            </a:lvl7pPr>
            <a:lvl8pPr indent="-228600" lvl="7" marL="3657600" algn="l">
              <a:lnSpc>
                <a:spcPct val="100000"/>
              </a:lnSpc>
              <a:spcBef>
                <a:spcPts val="225"/>
              </a:spcBef>
              <a:spcAft>
                <a:spcPts val="0"/>
              </a:spcAft>
              <a:buSzPts val="900"/>
              <a:buFont typeface="Arial"/>
              <a:buNone/>
              <a:defRPr sz="900"/>
            </a:lvl8pPr>
            <a:lvl9pPr indent="-228600" lvl="8" marL="4114800" algn="l">
              <a:lnSpc>
                <a:spcPct val="100000"/>
              </a:lnSpc>
              <a:spcBef>
                <a:spcPts val="225"/>
              </a:spcBef>
              <a:spcAft>
                <a:spcPts val="225"/>
              </a:spcAft>
              <a:buSzPts val="900"/>
              <a:buFont typeface="Arial"/>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0" name="Shape 40"/>
        <p:cNvGrpSpPr/>
        <p:nvPr/>
      </p:nvGrpSpPr>
      <p:grpSpPr>
        <a:xfrm>
          <a:off x="0" y="0"/>
          <a:ext cx="0" cy="0"/>
          <a:chOff x="0" y="0"/>
          <a:chExt cx="0" cy="0"/>
        </a:xfrm>
      </p:grpSpPr>
      <p:sp>
        <p:nvSpPr>
          <p:cNvPr id="41" name="Google Shape;41;p4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4"/>
          <p:cNvSpPr/>
          <p:nvPr>
            <p:ph idx="2" type="pic"/>
          </p:nvPr>
        </p:nvSpPr>
        <p:spPr>
          <a:xfrm>
            <a:off x="1792288" y="612775"/>
            <a:ext cx="5486400" cy="4114800"/>
          </a:xfrm>
          <a:prstGeom prst="rect">
            <a:avLst/>
          </a:prstGeom>
          <a:noFill/>
          <a:ln>
            <a:noFill/>
          </a:ln>
        </p:spPr>
      </p:sp>
      <p:sp>
        <p:nvSpPr>
          <p:cNvPr id="43" name="Google Shape;43;p4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50"/>
              </a:spcBef>
              <a:spcAft>
                <a:spcPts val="0"/>
              </a:spcAft>
              <a:buSzPts val="1400"/>
              <a:buNone/>
              <a:defRPr sz="1400"/>
            </a:lvl1pPr>
            <a:lvl2pPr indent="-228600" lvl="1" marL="914400" algn="l">
              <a:lnSpc>
                <a:spcPct val="100000"/>
              </a:lnSpc>
              <a:spcBef>
                <a:spcPts val="350"/>
              </a:spcBef>
              <a:spcAft>
                <a:spcPts val="0"/>
              </a:spcAft>
              <a:buSzPts val="1200"/>
              <a:buFont typeface="Arial"/>
              <a:buNone/>
              <a:defRPr sz="1200"/>
            </a:lvl2pPr>
            <a:lvl3pPr indent="-228600" lvl="2" marL="1371600" algn="l">
              <a:lnSpc>
                <a:spcPct val="100000"/>
              </a:lnSpc>
              <a:spcBef>
                <a:spcPts val="300"/>
              </a:spcBef>
              <a:spcAft>
                <a:spcPts val="0"/>
              </a:spcAft>
              <a:buSzPts val="1000"/>
              <a:buFont typeface="Arial"/>
              <a:buNone/>
              <a:defRPr sz="1000"/>
            </a:lvl3pPr>
            <a:lvl4pPr indent="-228600" lvl="3" marL="1828800" algn="l">
              <a:lnSpc>
                <a:spcPct val="100000"/>
              </a:lnSpc>
              <a:spcBef>
                <a:spcPts val="250"/>
              </a:spcBef>
              <a:spcAft>
                <a:spcPts val="0"/>
              </a:spcAft>
              <a:buSzPts val="900"/>
              <a:buFont typeface="Arial"/>
              <a:buNone/>
              <a:defRPr sz="900"/>
            </a:lvl4pPr>
            <a:lvl5pPr indent="-228600" lvl="4" marL="2286000" algn="l">
              <a:lnSpc>
                <a:spcPct val="100000"/>
              </a:lnSpc>
              <a:spcBef>
                <a:spcPts val="225"/>
              </a:spcBef>
              <a:spcAft>
                <a:spcPts val="0"/>
              </a:spcAft>
              <a:buSzPts val="900"/>
              <a:buFont typeface="Arial"/>
              <a:buNone/>
              <a:defRPr sz="900"/>
            </a:lvl5pPr>
            <a:lvl6pPr indent="-228600" lvl="5" marL="2743200" algn="l">
              <a:lnSpc>
                <a:spcPct val="100000"/>
              </a:lnSpc>
              <a:spcBef>
                <a:spcPts val="225"/>
              </a:spcBef>
              <a:spcAft>
                <a:spcPts val="0"/>
              </a:spcAft>
              <a:buSzPts val="900"/>
              <a:buFont typeface="Arial"/>
              <a:buNone/>
              <a:defRPr sz="900"/>
            </a:lvl6pPr>
            <a:lvl7pPr indent="-228600" lvl="6" marL="3200400" algn="l">
              <a:lnSpc>
                <a:spcPct val="100000"/>
              </a:lnSpc>
              <a:spcBef>
                <a:spcPts val="225"/>
              </a:spcBef>
              <a:spcAft>
                <a:spcPts val="0"/>
              </a:spcAft>
              <a:buSzPts val="900"/>
              <a:buFont typeface="Arial"/>
              <a:buNone/>
              <a:defRPr sz="900"/>
            </a:lvl7pPr>
            <a:lvl8pPr indent="-228600" lvl="7" marL="3657600" algn="l">
              <a:lnSpc>
                <a:spcPct val="100000"/>
              </a:lnSpc>
              <a:spcBef>
                <a:spcPts val="225"/>
              </a:spcBef>
              <a:spcAft>
                <a:spcPts val="0"/>
              </a:spcAft>
              <a:buSzPts val="900"/>
              <a:buFont typeface="Arial"/>
              <a:buNone/>
              <a:defRPr sz="900"/>
            </a:lvl8pPr>
            <a:lvl9pPr indent="-228600" lvl="8" marL="4114800" algn="l">
              <a:lnSpc>
                <a:spcPct val="100000"/>
              </a:lnSpc>
              <a:spcBef>
                <a:spcPts val="225"/>
              </a:spcBef>
              <a:spcAft>
                <a:spcPts val="225"/>
              </a:spcAft>
              <a:buSzPts val="900"/>
              <a:buFont typeface="Arial"/>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4" name="Shape 44"/>
        <p:cNvGrpSpPr/>
        <p:nvPr/>
      </p:nvGrpSpPr>
      <p:grpSpPr>
        <a:xfrm>
          <a:off x="0" y="0"/>
          <a:ext cx="0" cy="0"/>
          <a:chOff x="0" y="0"/>
          <a:chExt cx="0" cy="0"/>
        </a:xfrm>
      </p:grpSpPr>
      <p:sp>
        <p:nvSpPr>
          <p:cNvPr id="45" name="Google Shape;45;p45"/>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450"/>
              </a:spcBef>
              <a:spcAft>
                <a:spcPts val="0"/>
              </a:spcAft>
              <a:buSzPts val="1800"/>
              <a:buChar char="▪"/>
              <a:defRPr/>
            </a:lvl1pPr>
            <a:lvl2pPr indent="-342900" lvl="1" marL="914400" algn="l">
              <a:lnSpc>
                <a:spcPct val="100000"/>
              </a:lnSpc>
              <a:spcBef>
                <a:spcPts val="450"/>
              </a:spcBef>
              <a:spcAft>
                <a:spcPts val="0"/>
              </a:spcAft>
              <a:buSzPts val="1800"/>
              <a:buChar char="–"/>
              <a:defRPr/>
            </a:lvl2pPr>
            <a:lvl3pPr indent="-342900" lvl="2" marL="1371600" algn="l">
              <a:lnSpc>
                <a:spcPct val="100000"/>
              </a:lnSpc>
              <a:spcBef>
                <a:spcPts val="450"/>
              </a:spcBef>
              <a:spcAft>
                <a:spcPts val="0"/>
              </a:spcAft>
              <a:buSzPts val="1800"/>
              <a:buChar char="•"/>
              <a:defRPr/>
            </a:lvl3pPr>
            <a:lvl4pPr indent="-342900" lvl="3" marL="1828800" algn="l">
              <a:lnSpc>
                <a:spcPct val="100000"/>
              </a:lnSpc>
              <a:spcBef>
                <a:spcPts val="450"/>
              </a:spcBef>
              <a:spcAft>
                <a:spcPts val="0"/>
              </a:spcAft>
              <a:buSzPts val="1800"/>
              <a:buChar char="–"/>
              <a:defRPr/>
            </a:lvl4pPr>
            <a:lvl5pPr indent="-342900" lvl="4" marL="2286000" algn="l">
              <a:lnSpc>
                <a:spcPct val="100000"/>
              </a:lnSpc>
              <a:spcBef>
                <a:spcPts val="450"/>
              </a:spcBef>
              <a:spcAft>
                <a:spcPts val="0"/>
              </a:spcAft>
              <a:buSzPts val="1800"/>
              <a:buChar char="»"/>
              <a:defRPr/>
            </a:lvl5pPr>
            <a:lvl6pPr indent="-342900" lvl="5" marL="2743200" algn="l">
              <a:lnSpc>
                <a:spcPct val="100000"/>
              </a:lnSpc>
              <a:spcBef>
                <a:spcPts val="450"/>
              </a:spcBef>
              <a:spcAft>
                <a:spcPts val="0"/>
              </a:spcAft>
              <a:buSzPts val="1800"/>
              <a:buChar char="»"/>
              <a:defRPr/>
            </a:lvl6pPr>
            <a:lvl7pPr indent="-342900" lvl="6" marL="3200400" algn="l">
              <a:lnSpc>
                <a:spcPct val="100000"/>
              </a:lnSpc>
              <a:spcBef>
                <a:spcPts val="450"/>
              </a:spcBef>
              <a:spcAft>
                <a:spcPts val="0"/>
              </a:spcAft>
              <a:buSzPts val="1800"/>
              <a:buChar char="»"/>
              <a:defRPr/>
            </a:lvl7pPr>
            <a:lvl8pPr indent="-342900" lvl="7" marL="3657600" algn="l">
              <a:lnSpc>
                <a:spcPct val="100000"/>
              </a:lnSpc>
              <a:spcBef>
                <a:spcPts val="450"/>
              </a:spcBef>
              <a:spcAft>
                <a:spcPts val="0"/>
              </a:spcAft>
              <a:buSzPts val="1800"/>
              <a:buChar char="»"/>
              <a:defRPr/>
            </a:lvl8pPr>
            <a:lvl9pPr indent="-342900" lvl="8" marL="4114800" algn="l">
              <a:lnSpc>
                <a:spcPct val="100000"/>
              </a:lnSpc>
              <a:spcBef>
                <a:spcPts val="450"/>
              </a:spcBef>
              <a:spcAft>
                <a:spcPts val="450"/>
              </a:spcAft>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46"/>
          <p:cNvSpPr txBox="1"/>
          <p:nvPr>
            <p:ph type="title"/>
          </p:nvPr>
        </p:nvSpPr>
        <p:spPr>
          <a:xfrm rot="5400000">
            <a:off x="4994275" y="2195513"/>
            <a:ext cx="5745163" cy="21161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6"/>
          <p:cNvSpPr txBox="1"/>
          <p:nvPr>
            <p:ph idx="1" type="body"/>
          </p:nvPr>
        </p:nvSpPr>
        <p:spPr>
          <a:xfrm rot="5400000">
            <a:off x="684213" y="153987"/>
            <a:ext cx="5745163" cy="61991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450"/>
              </a:spcBef>
              <a:spcAft>
                <a:spcPts val="0"/>
              </a:spcAft>
              <a:buSzPts val="1800"/>
              <a:buChar char="▪"/>
              <a:defRPr/>
            </a:lvl1pPr>
            <a:lvl2pPr indent="-342900" lvl="1" marL="914400" algn="l">
              <a:lnSpc>
                <a:spcPct val="100000"/>
              </a:lnSpc>
              <a:spcBef>
                <a:spcPts val="450"/>
              </a:spcBef>
              <a:spcAft>
                <a:spcPts val="0"/>
              </a:spcAft>
              <a:buSzPts val="1800"/>
              <a:buChar char="–"/>
              <a:defRPr/>
            </a:lvl2pPr>
            <a:lvl3pPr indent="-342900" lvl="2" marL="1371600" algn="l">
              <a:lnSpc>
                <a:spcPct val="100000"/>
              </a:lnSpc>
              <a:spcBef>
                <a:spcPts val="450"/>
              </a:spcBef>
              <a:spcAft>
                <a:spcPts val="0"/>
              </a:spcAft>
              <a:buSzPts val="1800"/>
              <a:buChar char="•"/>
              <a:defRPr/>
            </a:lvl3pPr>
            <a:lvl4pPr indent="-342900" lvl="3" marL="1828800" algn="l">
              <a:lnSpc>
                <a:spcPct val="100000"/>
              </a:lnSpc>
              <a:spcBef>
                <a:spcPts val="450"/>
              </a:spcBef>
              <a:spcAft>
                <a:spcPts val="0"/>
              </a:spcAft>
              <a:buSzPts val="1800"/>
              <a:buChar char="–"/>
              <a:defRPr/>
            </a:lvl4pPr>
            <a:lvl5pPr indent="-342900" lvl="4" marL="2286000" algn="l">
              <a:lnSpc>
                <a:spcPct val="100000"/>
              </a:lnSpc>
              <a:spcBef>
                <a:spcPts val="450"/>
              </a:spcBef>
              <a:spcAft>
                <a:spcPts val="0"/>
              </a:spcAft>
              <a:buSzPts val="1800"/>
              <a:buChar char="»"/>
              <a:defRPr/>
            </a:lvl5pPr>
            <a:lvl6pPr indent="-342900" lvl="5" marL="2743200" algn="l">
              <a:lnSpc>
                <a:spcPct val="100000"/>
              </a:lnSpc>
              <a:spcBef>
                <a:spcPts val="450"/>
              </a:spcBef>
              <a:spcAft>
                <a:spcPts val="0"/>
              </a:spcAft>
              <a:buSzPts val="1800"/>
              <a:buChar char="»"/>
              <a:defRPr/>
            </a:lvl6pPr>
            <a:lvl7pPr indent="-342900" lvl="6" marL="3200400" algn="l">
              <a:lnSpc>
                <a:spcPct val="100000"/>
              </a:lnSpc>
              <a:spcBef>
                <a:spcPts val="450"/>
              </a:spcBef>
              <a:spcAft>
                <a:spcPts val="0"/>
              </a:spcAft>
              <a:buSzPts val="1800"/>
              <a:buChar char="»"/>
              <a:defRPr/>
            </a:lvl7pPr>
            <a:lvl8pPr indent="-342900" lvl="7" marL="3657600" algn="l">
              <a:lnSpc>
                <a:spcPct val="100000"/>
              </a:lnSpc>
              <a:spcBef>
                <a:spcPts val="450"/>
              </a:spcBef>
              <a:spcAft>
                <a:spcPts val="0"/>
              </a:spcAft>
              <a:buSzPts val="1800"/>
              <a:buChar char="»"/>
              <a:defRPr/>
            </a:lvl8pPr>
            <a:lvl9pPr indent="-342900" lvl="8" marL="4114800" algn="l">
              <a:lnSpc>
                <a:spcPct val="100000"/>
              </a:lnSpc>
              <a:spcBef>
                <a:spcPts val="450"/>
              </a:spcBef>
              <a:spcAft>
                <a:spcPts val="450"/>
              </a:spcAft>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50" name="Shape 50"/>
        <p:cNvGrpSpPr/>
        <p:nvPr/>
      </p:nvGrpSpPr>
      <p:grpSpPr>
        <a:xfrm>
          <a:off x="0" y="0"/>
          <a:ext cx="0" cy="0"/>
          <a:chOff x="0" y="0"/>
          <a:chExt cx="0" cy="0"/>
        </a:xfrm>
      </p:grpSpPr>
      <p:sp>
        <p:nvSpPr>
          <p:cNvPr id="51" name="Google Shape;51;p4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7"/>
          <p:cNvSpPr/>
          <p:nvPr>
            <p:ph idx="2" type="dgm"/>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700"/>
              </a:spcBef>
              <a:spcAft>
                <a:spcPts val="0"/>
              </a:spcAft>
              <a:buClr>
                <a:srgbClr val="005AA6"/>
              </a:buClr>
              <a:buSzPts val="2800"/>
              <a:buFont typeface="Noto Sans Symbols"/>
              <a:buChar char="▪"/>
              <a:defRPr b="0" i="0" sz="2800" u="none" cap="none" strike="noStrike">
                <a:solidFill>
                  <a:srgbClr val="4D4D4D"/>
                </a:solidFill>
                <a:latin typeface="Arial"/>
                <a:ea typeface="Arial"/>
                <a:cs typeface="Arial"/>
                <a:sym typeface="Arial"/>
              </a:defRPr>
            </a:lvl1pPr>
            <a:lvl2pPr lvl="1" marR="0" rtl="0" algn="l">
              <a:lnSpc>
                <a:spcPct val="100000"/>
              </a:lnSpc>
              <a:spcBef>
                <a:spcPts val="700"/>
              </a:spcBef>
              <a:spcAft>
                <a:spcPts val="0"/>
              </a:spcAft>
              <a:buClr>
                <a:srgbClr val="005AA6"/>
              </a:buClr>
              <a:buSzPts val="2400"/>
              <a:buFont typeface="Arial"/>
              <a:buChar char="–"/>
              <a:defRPr b="0" i="0" sz="2400" u="none" cap="none" strike="noStrike">
                <a:solidFill>
                  <a:srgbClr val="4D4D4D"/>
                </a:solidFill>
                <a:latin typeface="Arial"/>
                <a:ea typeface="Arial"/>
                <a:cs typeface="Arial"/>
                <a:sym typeface="Arial"/>
              </a:defRPr>
            </a:lvl2pPr>
            <a:lvl3pPr lvl="2" marR="0" rtl="0" algn="l">
              <a:lnSpc>
                <a:spcPct val="100000"/>
              </a:lnSpc>
              <a:spcBef>
                <a:spcPts val="600"/>
              </a:spcBef>
              <a:spcAft>
                <a:spcPts val="0"/>
              </a:spcAft>
              <a:buClr>
                <a:srgbClr val="005AA6"/>
              </a:buClr>
              <a:buSzPts val="2000"/>
              <a:buFont typeface="Arial"/>
              <a:buChar char="•"/>
              <a:defRPr b="0" i="0" sz="2000" u="none" cap="none" strike="noStrike">
                <a:solidFill>
                  <a:srgbClr val="4D4D4D"/>
                </a:solidFill>
                <a:latin typeface="Arial"/>
                <a:ea typeface="Arial"/>
                <a:cs typeface="Arial"/>
                <a:sym typeface="Arial"/>
              </a:defRPr>
            </a:lvl3pPr>
            <a:lvl4pPr lvl="3" marR="0" rtl="0" algn="l">
              <a:lnSpc>
                <a:spcPct val="100000"/>
              </a:lnSpc>
              <a:spcBef>
                <a:spcPts val="50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4pPr>
            <a:lvl5pPr lvl="4" marR="0" rtl="0" algn="l">
              <a:lnSpc>
                <a:spcPct val="100000"/>
              </a:lnSpc>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5pPr>
            <a:lvl6pPr lvl="5" marR="0" rtl="0" algn="l">
              <a:lnSpc>
                <a:spcPct val="100000"/>
              </a:lnSpc>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6pPr>
            <a:lvl7pPr lvl="6" marR="0" rtl="0" algn="l">
              <a:lnSpc>
                <a:spcPct val="100000"/>
              </a:lnSpc>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7pPr>
            <a:lvl8pPr lvl="7" marR="0" rtl="0" algn="l">
              <a:lnSpc>
                <a:spcPct val="100000"/>
              </a:lnSpc>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8pPr>
            <a:lvl9pPr lvl="8" marR="0" rtl="0" algn="l">
              <a:lnSpc>
                <a:spcPct val="100000"/>
              </a:lnSpc>
              <a:spcBef>
                <a:spcPts val="450"/>
              </a:spcBef>
              <a:spcAft>
                <a:spcPts val="450"/>
              </a:spcAft>
              <a:buClr>
                <a:srgbClr val="005AA6"/>
              </a:buClr>
              <a:buSzPts val="1800"/>
              <a:buFont typeface="Arial"/>
              <a:buChar char="»"/>
              <a:defRPr b="0" i="0" sz="1800" u="none" cap="none" strike="noStrike">
                <a:solidFill>
                  <a:srgbClr val="4D4D4D"/>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Template Slide with white slide Background. The template slide has a top section as a horizontal bar with blue background. The top section contains the George Brown College logo (top left). The footer is separated from the white background with a blue line." id="10" name="Google Shape;10;p35"/>
          <p:cNvPicPr preferRelativeResize="0"/>
          <p:nvPr/>
        </p:nvPicPr>
        <p:blipFill rotWithShape="1">
          <a:blip r:embed="rId1">
            <a:alphaModFix/>
          </a:blip>
          <a:srcRect b="0" l="0" r="0" t="0"/>
          <a:stretch/>
        </p:blipFill>
        <p:spPr>
          <a:xfrm>
            <a:off x="-6350" y="0"/>
            <a:ext cx="9156700" cy="6858000"/>
          </a:xfrm>
          <a:prstGeom prst="rect">
            <a:avLst/>
          </a:prstGeom>
          <a:noFill/>
          <a:ln>
            <a:noFill/>
          </a:ln>
        </p:spPr>
      </p:pic>
      <p:sp>
        <p:nvSpPr>
          <p:cNvPr id="11" name="Google Shape;11;p35"/>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36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36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36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3600" u="none" cap="none" strike="noStrike">
                <a:solidFill>
                  <a:schemeClr val="dk2"/>
                </a:solidFill>
                <a:latin typeface="Arial"/>
                <a:ea typeface="Arial"/>
                <a:cs typeface="Arial"/>
                <a:sym typeface="Arial"/>
              </a:defRPr>
            </a:lvl9pPr>
          </a:lstStyle>
          <a:p/>
        </p:txBody>
      </p:sp>
      <p:sp>
        <p:nvSpPr>
          <p:cNvPr id="12" name="Google Shape;12;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700"/>
              </a:spcBef>
              <a:spcAft>
                <a:spcPts val="0"/>
              </a:spcAft>
              <a:buClr>
                <a:srgbClr val="005AA6"/>
              </a:buClr>
              <a:buSzPts val="2800"/>
              <a:buFont typeface="Noto Sans Symbols"/>
              <a:buChar char="▪"/>
              <a:defRPr b="0" i="0" sz="2800" u="none" cap="none" strike="noStrike">
                <a:solidFill>
                  <a:srgbClr val="4D4D4D"/>
                </a:solidFill>
                <a:latin typeface="Arial"/>
                <a:ea typeface="Arial"/>
                <a:cs typeface="Arial"/>
                <a:sym typeface="Arial"/>
              </a:defRPr>
            </a:lvl1pPr>
            <a:lvl2pPr indent="-381000" lvl="1" marL="914400" marR="0" rtl="0" algn="l">
              <a:lnSpc>
                <a:spcPct val="100000"/>
              </a:lnSpc>
              <a:spcBef>
                <a:spcPts val="700"/>
              </a:spcBef>
              <a:spcAft>
                <a:spcPts val="0"/>
              </a:spcAft>
              <a:buClr>
                <a:srgbClr val="005AA6"/>
              </a:buClr>
              <a:buSzPts val="2400"/>
              <a:buFont typeface="Arial"/>
              <a:buChar char="–"/>
              <a:defRPr b="0" i="0" sz="2400" u="none" cap="none" strike="noStrike">
                <a:solidFill>
                  <a:srgbClr val="4D4D4D"/>
                </a:solidFill>
                <a:latin typeface="Arial"/>
                <a:ea typeface="Arial"/>
                <a:cs typeface="Arial"/>
                <a:sym typeface="Arial"/>
              </a:defRPr>
            </a:lvl2pPr>
            <a:lvl3pPr indent="-355600" lvl="2" marL="1371600" marR="0" rtl="0" algn="l">
              <a:lnSpc>
                <a:spcPct val="100000"/>
              </a:lnSpc>
              <a:spcBef>
                <a:spcPts val="600"/>
              </a:spcBef>
              <a:spcAft>
                <a:spcPts val="0"/>
              </a:spcAft>
              <a:buClr>
                <a:srgbClr val="005AA6"/>
              </a:buClr>
              <a:buSzPts val="2000"/>
              <a:buFont typeface="Arial"/>
              <a:buChar char="•"/>
              <a:defRPr b="0" i="0" sz="2000" u="none" cap="none" strike="noStrike">
                <a:solidFill>
                  <a:srgbClr val="4D4D4D"/>
                </a:solidFill>
                <a:latin typeface="Arial"/>
                <a:ea typeface="Arial"/>
                <a:cs typeface="Arial"/>
                <a:sym typeface="Arial"/>
              </a:defRPr>
            </a:lvl3pPr>
            <a:lvl4pPr indent="-342900" lvl="3" marL="1828800" marR="0" rtl="0" algn="l">
              <a:lnSpc>
                <a:spcPct val="100000"/>
              </a:lnSpc>
              <a:spcBef>
                <a:spcPts val="50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4pPr>
            <a:lvl5pPr indent="-342900" lvl="4" marL="2286000" marR="0" rtl="0" algn="l">
              <a:lnSpc>
                <a:spcPct val="100000"/>
              </a:lnSpc>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5pPr>
            <a:lvl6pPr indent="-342900" lvl="5" marL="2743200" marR="0" rtl="0" algn="l">
              <a:lnSpc>
                <a:spcPct val="100000"/>
              </a:lnSpc>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6pPr>
            <a:lvl7pPr indent="-342900" lvl="6" marL="3200400" marR="0" rtl="0" algn="l">
              <a:lnSpc>
                <a:spcPct val="100000"/>
              </a:lnSpc>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7pPr>
            <a:lvl8pPr indent="-342900" lvl="7" marL="3657600" marR="0" rtl="0" algn="l">
              <a:lnSpc>
                <a:spcPct val="100000"/>
              </a:lnSpc>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8pPr>
            <a:lvl9pPr indent="-342900" lvl="8" marL="4114800" marR="0" rtl="0" algn="l">
              <a:lnSpc>
                <a:spcPct val="100000"/>
              </a:lnSpc>
              <a:spcBef>
                <a:spcPts val="450"/>
              </a:spcBef>
              <a:spcAft>
                <a:spcPts val="450"/>
              </a:spcAft>
              <a:buClr>
                <a:srgbClr val="005AA6"/>
              </a:buClr>
              <a:buSzPts val="1800"/>
              <a:buFont typeface="Arial"/>
              <a:buChar char="»"/>
              <a:defRPr b="0" i="0" sz="1800" u="none" cap="none" strike="noStrike">
                <a:solidFill>
                  <a:srgbClr val="4D4D4D"/>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9.png"/><Relationship Id="rId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beta.dreamstudio.ai/dream" TargetMode="Externa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beta.dreamstudio.ai/dream" TargetMode="External"/><Relationship Id="rId4" Type="http://schemas.openxmlformats.org/officeDocument/2006/relationships/image" Target="../media/image18.png"/><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beta.dreamstudio.ai/dream" TargetMode="Externa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towardsdatascience.com/7-tips-to-choose-the-best-optimizer-47bb9c1219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type="ctrTitle"/>
          </p:nvPr>
        </p:nvSpPr>
        <p:spPr>
          <a:xfrm>
            <a:off x="1955800" y="315646"/>
            <a:ext cx="7188200" cy="431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sz="3600"/>
              <a:t>AASD4011: Mathematical Concepts for Deep Learning</a:t>
            </a:r>
            <a:endParaRPr/>
          </a:p>
        </p:txBody>
      </p:sp>
      <p:sp>
        <p:nvSpPr>
          <p:cNvPr id="59" name="Google Shape;59;p1"/>
          <p:cNvSpPr txBox="1"/>
          <p:nvPr>
            <p:ph idx="1" type="subTitle"/>
          </p:nvPr>
        </p:nvSpPr>
        <p:spPr>
          <a:xfrm>
            <a:off x="838200" y="2408238"/>
            <a:ext cx="74676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4400"/>
              <a:buFont typeface="Noto Sans Symbols"/>
              <a:buNone/>
            </a:pPr>
            <a:r>
              <a:rPr lang="en-CA"/>
              <a:t>Optimizers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title"/>
          </p:nvPr>
        </p:nvSpPr>
        <p:spPr>
          <a:xfrm>
            <a:off x="1930400" y="238120"/>
            <a:ext cx="6994525" cy="633413"/>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a:t>Overview of last session</a:t>
            </a:r>
            <a:endParaRPr/>
          </a:p>
        </p:txBody>
      </p:sp>
      <p:sp>
        <p:nvSpPr>
          <p:cNvPr id="65" name="Google Shape;65;p2"/>
          <p:cNvSpPr txBox="1"/>
          <p:nvPr/>
        </p:nvSpPr>
        <p:spPr>
          <a:xfrm>
            <a:off x="451875" y="1541725"/>
            <a:ext cx="8702700" cy="3632700"/>
          </a:xfrm>
          <a:prstGeom prst="rect">
            <a:avLst/>
          </a:prstGeom>
          <a:noFill/>
          <a:ln>
            <a:noFill/>
          </a:ln>
        </p:spPr>
        <p:txBody>
          <a:bodyPr anchorCtr="0" anchor="t" bIns="91425" lIns="91425" spcFirstLastPara="1" rIns="91425" wrap="square" tIns="91425">
            <a:spAutoFit/>
          </a:bodyPr>
          <a:lstStyle/>
          <a:p>
            <a:pPr indent="-406400" lvl="0" marL="457200" rtl="0" algn="just">
              <a:spcBef>
                <a:spcPts val="0"/>
              </a:spcBef>
              <a:spcAft>
                <a:spcPts val="0"/>
              </a:spcAft>
              <a:buClr>
                <a:srgbClr val="4D4D4D"/>
              </a:buClr>
              <a:buSzPts val="2800"/>
              <a:buChar char="-"/>
            </a:pPr>
            <a:r>
              <a:rPr lang="en-CA" sz="2800">
                <a:solidFill>
                  <a:srgbClr val="4D4D4D"/>
                </a:solidFill>
              </a:rPr>
              <a:t>The cost function is not the same as lost function.</a:t>
            </a:r>
            <a:endParaRPr sz="2800">
              <a:solidFill>
                <a:srgbClr val="4D4D4D"/>
              </a:solidFill>
            </a:endParaRPr>
          </a:p>
          <a:p>
            <a:pPr indent="-406400" lvl="0" marL="457200" rtl="0" algn="just">
              <a:spcBef>
                <a:spcPts val="0"/>
              </a:spcBef>
              <a:spcAft>
                <a:spcPts val="0"/>
              </a:spcAft>
              <a:buClr>
                <a:srgbClr val="4D4D4D"/>
              </a:buClr>
              <a:buSzPts val="2800"/>
              <a:buChar char="-"/>
            </a:pPr>
            <a:r>
              <a:rPr lang="en-CA" sz="2800">
                <a:solidFill>
                  <a:srgbClr val="4D4D4D"/>
                </a:solidFill>
              </a:rPr>
              <a:t>While the loss function computes the distance of a single prediction from its actual value.</a:t>
            </a:r>
            <a:endParaRPr sz="2800">
              <a:solidFill>
                <a:srgbClr val="4D4D4D"/>
              </a:solidFill>
            </a:endParaRPr>
          </a:p>
          <a:p>
            <a:pPr indent="-406400" lvl="0" marL="457200" rtl="0" algn="just">
              <a:spcBef>
                <a:spcPts val="0"/>
              </a:spcBef>
              <a:spcAft>
                <a:spcPts val="0"/>
              </a:spcAft>
              <a:buClr>
                <a:srgbClr val="4D4D4D"/>
              </a:buClr>
              <a:buSzPts val="2800"/>
              <a:buChar char="-"/>
            </a:pPr>
            <a:r>
              <a:rPr lang="en-CA" sz="2800">
                <a:solidFill>
                  <a:srgbClr val="4D4D4D"/>
                </a:solidFill>
              </a:rPr>
              <a:t>The cost function is computing the distance of whole dataset from all the actual values of the samples.</a:t>
            </a:r>
            <a:endParaRPr sz="2800">
              <a:solidFill>
                <a:srgbClr val="4D4D4D"/>
              </a:solidFill>
            </a:endParaRPr>
          </a:p>
          <a:p>
            <a:pPr indent="-406400" lvl="0" marL="457200" rtl="0" algn="just">
              <a:spcBef>
                <a:spcPts val="0"/>
              </a:spcBef>
              <a:spcAft>
                <a:spcPts val="0"/>
              </a:spcAft>
              <a:buClr>
                <a:srgbClr val="4D4D4D"/>
              </a:buClr>
              <a:buSzPts val="2800"/>
              <a:buChar char="-"/>
            </a:pPr>
            <a:r>
              <a:rPr lang="en-CA" sz="2800">
                <a:solidFill>
                  <a:srgbClr val="4D4D4D"/>
                </a:solidFill>
              </a:rPr>
              <a:t>In </a:t>
            </a:r>
            <a:r>
              <a:rPr lang="en-CA" sz="2800">
                <a:solidFill>
                  <a:srgbClr val="4D4D4D"/>
                </a:solidFill>
              </a:rPr>
              <a:t>summarize</a:t>
            </a:r>
            <a:r>
              <a:rPr lang="en-CA" sz="2800">
                <a:solidFill>
                  <a:srgbClr val="4D4D4D"/>
                </a:solidFill>
              </a:rPr>
              <a:t>, the cost function is the sum of loss functions over the training set.</a:t>
            </a:r>
            <a:endParaRPr sz="2800">
              <a:solidFill>
                <a:srgbClr val="4D4D4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271832673d3_0_122"/>
          <p:cNvSpPr txBox="1"/>
          <p:nvPr>
            <p:ph type="title"/>
          </p:nvPr>
        </p:nvSpPr>
        <p:spPr>
          <a:xfrm>
            <a:off x="1930400" y="381000"/>
            <a:ext cx="6994500" cy="633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a:t>Reminder: The Gradient</a:t>
            </a:r>
            <a:endParaRPr/>
          </a:p>
        </p:txBody>
      </p:sp>
      <p:sp>
        <p:nvSpPr>
          <p:cNvPr id="71" name="Google Shape;71;g271832673d3_0_122"/>
          <p:cNvSpPr txBox="1"/>
          <p:nvPr>
            <p:ph idx="1" type="body"/>
          </p:nvPr>
        </p:nvSpPr>
        <p:spPr>
          <a:xfrm>
            <a:off x="457200" y="1085837"/>
            <a:ext cx="8229600" cy="6333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2800"/>
              <a:buNone/>
            </a:pPr>
            <a:r>
              <a:rPr lang="en-CA"/>
              <a:t>The gradient is at the basis of all DL Optimizers</a:t>
            </a:r>
            <a:endParaRPr/>
          </a:p>
        </p:txBody>
      </p:sp>
      <p:pic>
        <p:nvPicPr>
          <p:cNvPr id="72" name="Google Shape;72;g271832673d3_0_122"/>
          <p:cNvPicPr preferRelativeResize="0"/>
          <p:nvPr/>
        </p:nvPicPr>
        <p:blipFill rotWithShape="1">
          <a:blip r:embed="rId3">
            <a:alphaModFix/>
          </a:blip>
          <a:srcRect b="0" l="0" r="0" t="0"/>
          <a:stretch/>
        </p:blipFill>
        <p:spPr>
          <a:xfrm>
            <a:off x="94380" y="1796923"/>
            <a:ext cx="4349033" cy="872197"/>
          </a:xfrm>
          <a:prstGeom prst="rect">
            <a:avLst/>
          </a:prstGeom>
          <a:noFill/>
          <a:ln>
            <a:noFill/>
          </a:ln>
        </p:spPr>
      </p:pic>
      <p:pic>
        <p:nvPicPr>
          <p:cNvPr id="73" name="Google Shape;73;g271832673d3_0_122"/>
          <p:cNvPicPr preferRelativeResize="0"/>
          <p:nvPr/>
        </p:nvPicPr>
        <p:blipFill rotWithShape="1">
          <a:blip r:embed="rId4">
            <a:alphaModFix/>
          </a:blip>
          <a:srcRect b="0" l="0" r="0" t="0"/>
          <a:stretch/>
        </p:blipFill>
        <p:spPr>
          <a:xfrm>
            <a:off x="4774213" y="1773644"/>
            <a:ext cx="3680847" cy="826576"/>
          </a:xfrm>
          <a:prstGeom prst="rect">
            <a:avLst/>
          </a:prstGeom>
          <a:noFill/>
          <a:ln>
            <a:noFill/>
          </a:ln>
        </p:spPr>
      </p:pic>
      <p:pic>
        <p:nvPicPr>
          <p:cNvPr id="74" name="Google Shape;74;g271832673d3_0_122"/>
          <p:cNvPicPr preferRelativeResize="0"/>
          <p:nvPr/>
        </p:nvPicPr>
        <p:blipFill rotWithShape="1">
          <a:blip r:embed="rId5">
            <a:alphaModFix/>
          </a:blip>
          <a:srcRect b="55074" l="0" r="0" t="0"/>
          <a:stretch/>
        </p:blipFill>
        <p:spPr>
          <a:xfrm>
            <a:off x="1398984" y="4277613"/>
            <a:ext cx="6876336" cy="955444"/>
          </a:xfrm>
          <a:prstGeom prst="rect">
            <a:avLst/>
          </a:prstGeom>
          <a:noFill/>
          <a:ln>
            <a:noFill/>
          </a:ln>
        </p:spPr>
      </p:pic>
      <p:pic>
        <p:nvPicPr>
          <p:cNvPr id="75" name="Google Shape;75;g271832673d3_0_122"/>
          <p:cNvPicPr preferRelativeResize="0"/>
          <p:nvPr/>
        </p:nvPicPr>
        <p:blipFill rotWithShape="1">
          <a:blip r:embed="rId6">
            <a:alphaModFix/>
          </a:blip>
          <a:srcRect b="0" l="0" r="0" t="0"/>
          <a:stretch/>
        </p:blipFill>
        <p:spPr>
          <a:xfrm>
            <a:off x="1599823" y="5264674"/>
            <a:ext cx="5870579" cy="968343"/>
          </a:xfrm>
          <a:prstGeom prst="rect">
            <a:avLst/>
          </a:prstGeom>
          <a:noFill/>
          <a:ln>
            <a:noFill/>
          </a:ln>
        </p:spPr>
      </p:pic>
      <p:sp>
        <p:nvSpPr>
          <p:cNvPr id="76" name="Google Shape;76;g271832673d3_0_122"/>
          <p:cNvSpPr txBox="1"/>
          <p:nvPr/>
        </p:nvSpPr>
        <p:spPr>
          <a:xfrm>
            <a:off x="510540" y="2740227"/>
            <a:ext cx="8122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The gradient of the loss function with respect to the model parameters is:</a:t>
            </a:r>
            <a:endParaRPr b="0" i="0" sz="1400" u="none" cap="none" strike="noStrike">
              <a:solidFill>
                <a:srgbClr val="000000"/>
              </a:solidFill>
              <a:latin typeface="Arial"/>
              <a:ea typeface="Arial"/>
              <a:cs typeface="Arial"/>
              <a:sym typeface="Arial"/>
            </a:endParaRPr>
          </a:p>
        </p:txBody>
      </p:sp>
      <p:pic>
        <p:nvPicPr>
          <p:cNvPr id="77" name="Google Shape;77;g271832673d3_0_122"/>
          <p:cNvPicPr preferRelativeResize="0"/>
          <p:nvPr/>
        </p:nvPicPr>
        <p:blipFill rotWithShape="1">
          <a:blip r:embed="rId7">
            <a:alphaModFix/>
          </a:blip>
          <a:srcRect b="0" l="0" r="0" t="0"/>
          <a:stretch/>
        </p:blipFill>
        <p:spPr>
          <a:xfrm>
            <a:off x="1850130" y="3249566"/>
            <a:ext cx="5097828" cy="1123535"/>
          </a:xfrm>
          <a:prstGeom prst="rect">
            <a:avLst/>
          </a:prstGeom>
          <a:noFill/>
          <a:ln>
            <a:noFill/>
          </a:ln>
        </p:spPr>
      </p:pic>
      <p:sp>
        <p:nvSpPr>
          <p:cNvPr id="78" name="Google Shape;78;g271832673d3_0_122"/>
          <p:cNvSpPr txBox="1"/>
          <p:nvPr/>
        </p:nvSpPr>
        <p:spPr>
          <a:xfrm>
            <a:off x="152400" y="1541150"/>
            <a:ext cx="8122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For the MSE loss function:</a:t>
            </a:r>
            <a:endParaRPr b="0" i="0" sz="1400" u="none" cap="none" strike="noStrike">
              <a:solidFill>
                <a:srgbClr val="000000"/>
              </a:solidFill>
              <a:latin typeface="Arial"/>
              <a:ea typeface="Arial"/>
              <a:cs typeface="Arial"/>
              <a:sym typeface="Arial"/>
            </a:endParaRPr>
          </a:p>
        </p:txBody>
      </p:sp>
      <p:sp>
        <p:nvSpPr>
          <p:cNvPr id="79" name="Google Shape;79;g271832673d3_0_122"/>
          <p:cNvSpPr txBox="1"/>
          <p:nvPr/>
        </p:nvSpPr>
        <p:spPr>
          <a:xfrm>
            <a:off x="4213860" y="1575432"/>
            <a:ext cx="457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and a single linear neuron as the model: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271832673d3_0_135"/>
          <p:cNvSpPr txBox="1"/>
          <p:nvPr>
            <p:ph type="title"/>
          </p:nvPr>
        </p:nvSpPr>
        <p:spPr>
          <a:xfrm>
            <a:off x="1930400" y="381000"/>
            <a:ext cx="6994500" cy="633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a:t>Gradient – Detailed Calculation</a:t>
            </a:r>
            <a:endParaRPr/>
          </a:p>
        </p:txBody>
      </p:sp>
      <p:pic>
        <p:nvPicPr>
          <p:cNvPr id="85" name="Google Shape;85;g271832673d3_0_135"/>
          <p:cNvPicPr preferRelativeResize="0"/>
          <p:nvPr/>
        </p:nvPicPr>
        <p:blipFill rotWithShape="1">
          <a:blip r:embed="rId3">
            <a:alphaModFix/>
          </a:blip>
          <a:srcRect b="55074" l="0" r="0" t="0"/>
          <a:stretch/>
        </p:blipFill>
        <p:spPr>
          <a:xfrm>
            <a:off x="1708588" y="2291040"/>
            <a:ext cx="6876336" cy="955444"/>
          </a:xfrm>
          <a:prstGeom prst="rect">
            <a:avLst/>
          </a:prstGeom>
          <a:noFill/>
          <a:ln>
            <a:noFill/>
          </a:ln>
        </p:spPr>
      </p:pic>
      <p:pic>
        <p:nvPicPr>
          <p:cNvPr id="86" name="Google Shape;86;g271832673d3_0_135"/>
          <p:cNvPicPr preferRelativeResize="0"/>
          <p:nvPr/>
        </p:nvPicPr>
        <p:blipFill rotWithShape="1">
          <a:blip r:embed="rId4">
            <a:alphaModFix/>
          </a:blip>
          <a:srcRect b="0" l="0" r="0" t="0"/>
          <a:stretch/>
        </p:blipFill>
        <p:spPr>
          <a:xfrm>
            <a:off x="1909427" y="3197009"/>
            <a:ext cx="5870579" cy="968343"/>
          </a:xfrm>
          <a:prstGeom prst="rect">
            <a:avLst/>
          </a:prstGeom>
          <a:noFill/>
          <a:ln>
            <a:noFill/>
          </a:ln>
        </p:spPr>
      </p:pic>
      <p:pic>
        <p:nvPicPr>
          <p:cNvPr id="87" name="Google Shape;87;g271832673d3_0_135"/>
          <p:cNvPicPr preferRelativeResize="0"/>
          <p:nvPr/>
        </p:nvPicPr>
        <p:blipFill rotWithShape="1">
          <a:blip r:embed="rId5">
            <a:alphaModFix/>
          </a:blip>
          <a:srcRect b="0" l="0" r="0" t="0"/>
          <a:stretch/>
        </p:blipFill>
        <p:spPr>
          <a:xfrm>
            <a:off x="2159734" y="1014413"/>
            <a:ext cx="5097828" cy="1123535"/>
          </a:xfrm>
          <a:prstGeom prst="rect">
            <a:avLst/>
          </a:prstGeom>
          <a:noFill/>
          <a:ln>
            <a:noFill/>
          </a:ln>
        </p:spPr>
      </p:pic>
      <p:sp>
        <p:nvSpPr>
          <p:cNvPr id="88" name="Google Shape;88;g271832673d3_0_135"/>
          <p:cNvSpPr txBox="1"/>
          <p:nvPr/>
        </p:nvSpPr>
        <p:spPr>
          <a:xfrm>
            <a:off x="762000" y="4165352"/>
            <a:ext cx="70179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The </a:t>
            </a:r>
            <a:r>
              <a:rPr b="1" i="0" lang="en-CA" sz="1800" u="none" cap="none" strike="noStrike">
                <a:solidFill>
                  <a:schemeClr val="dk1"/>
                </a:solidFill>
                <a:latin typeface="Arial"/>
                <a:ea typeface="Arial"/>
                <a:cs typeface="Arial"/>
                <a:sym typeface="Arial"/>
              </a:rPr>
              <a:t>functional </a:t>
            </a:r>
            <a:r>
              <a:rPr b="1" i="1" lang="en-CA" sz="1800" u="none" cap="none" strike="noStrike">
                <a:solidFill>
                  <a:schemeClr val="dk1"/>
                </a:solidFill>
                <a:latin typeface="Arial"/>
                <a:ea typeface="Arial"/>
                <a:cs typeface="Arial"/>
                <a:sym typeface="Arial"/>
              </a:rPr>
              <a:t>form</a:t>
            </a:r>
            <a:r>
              <a:rPr b="1" i="0" lang="en-CA" sz="1800" u="none" cap="none" strike="noStrike">
                <a:solidFill>
                  <a:schemeClr val="dk1"/>
                </a:solidFill>
                <a:latin typeface="Arial"/>
                <a:ea typeface="Arial"/>
                <a:cs typeface="Arial"/>
                <a:sym typeface="Arial"/>
              </a:rPr>
              <a:t> of the gradient</a:t>
            </a:r>
            <a:r>
              <a:rPr b="0" i="0" lang="en-CA" sz="1800" u="none" cap="none" strike="noStrike">
                <a:solidFill>
                  <a:schemeClr val="dk1"/>
                </a:solidFill>
                <a:latin typeface="Arial"/>
                <a:ea typeface="Arial"/>
                <a:cs typeface="Arial"/>
                <a:sym typeface="Arial"/>
              </a:rPr>
              <a:t> is constant – it doesn’t change with a change of the input (x,y) or the value of the weights. However the </a:t>
            </a:r>
            <a:r>
              <a:rPr b="1" i="1" lang="en-CA" sz="1800" u="none" cap="none" strike="noStrike">
                <a:solidFill>
                  <a:schemeClr val="dk1"/>
                </a:solidFill>
                <a:latin typeface="Arial"/>
                <a:ea typeface="Arial"/>
                <a:cs typeface="Arial"/>
                <a:sym typeface="Arial"/>
              </a:rPr>
              <a:t>value</a:t>
            </a:r>
            <a:r>
              <a:rPr b="1" i="0" lang="en-CA" sz="1800" u="none" cap="none" strike="noStrike">
                <a:solidFill>
                  <a:schemeClr val="dk1"/>
                </a:solidFill>
                <a:latin typeface="Arial"/>
                <a:ea typeface="Arial"/>
                <a:cs typeface="Arial"/>
                <a:sym typeface="Arial"/>
              </a:rPr>
              <a:t> of the gradient</a:t>
            </a:r>
            <a:r>
              <a:rPr b="0" i="0" lang="en-CA" sz="1800" u="none" cap="none" strike="noStrike">
                <a:solidFill>
                  <a:schemeClr val="dk1"/>
                </a:solidFill>
                <a:latin typeface="Arial"/>
                <a:ea typeface="Arial"/>
                <a:cs typeface="Arial"/>
                <a:sym typeface="Arial"/>
              </a:rPr>
              <a:t> will be different for each combination of inputs and weight values.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271832673d3_0_143"/>
          <p:cNvSpPr txBox="1"/>
          <p:nvPr>
            <p:ph type="title"/>
          </p:nvPr>
        </p:nvSpPr>
        <p:spPr>
          <a:xfrm>
            <a:off x="1930400" y="381000"/>
            <a:ext cx="6994500" cy="633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a:t>Gradient – Detailed Calculation</a:t>
            </a:r>
            <a:endParaRPr/>
          </a:p>
        </p:txBody>
      </p:sp>
      <p:pic>
        <p:nvPicPr>
          <p:cNvPr id="94" name="Google Shape;94;g271832673d3_0_143"/>
          <p:cNvPicPr preferRelativeResize="0"/>
          <p:nvPr/>
        </p:nvPicPr>
        <p:blipFill rotWithShape="1">
          <a:blip r:embed="rId3">
            <a:alphaModFix/>
          </a:blip>
          <a:srcRect b="55074" l="0" r="0" t="0"/>
          <a:stretch/>
        </p:blipFill>
        <p:spPr>
          <a:xfrm>
            <a:off x="1708588" y="2291040"/>
            <a:ext cx="6876336" cy="955444"/>
          </a:xfrm>
          <a:prstGeom prst="rect">
            <a:avLst/>
          </a:prstGeom>
          <a:noFill/>
          <a:ln>
            <a:noFill/>
          </a:ln>
        </p:spPr>
      </p:pic>
      <p:pic>
        <p:nvPicPr>
          <p:cNvPr id="95" name="Google Shape;95;g271832673d3_0_143"/>
          <p:cNvPicPr preferRelativeResize="0"/>
          <p:nvPr/>
        </p:nvPicPr>
        <p:blipFill rotWithShape="1">
          <a:blip r:embed="rId4">
            <a:alphaModFix/>
          </a:blip>
          <a:srcRect b="0" l="0" r="0" t="0"/>
          <a:stretch/>
        </p:blipFill>
        <p:spPr>
          <a:xfrm>
            <a:off x="1909427" y="3197009"/>
            <a:ext cx="5870579" cy="968343"/>
          </a:xfrm>
          <a:prstGeom prst="rect">
            <a:avLst/>
          </a:prstGeom>
          <a:noFill/>
          <a:ln>
            <a:noFill/>
          </a:ln>
        </p:spPr>
      </p:pic>
      <p:pic>
        <p:nvPicPr>
          <p:cNvPr id="96" name="Google Shape;96;g271832673d3_0_143"/>
          <p:cNvPicPr preferRelativeResize="0"/>
          <p:nvPr/>
        </p:nvPicPr>
        <p:blipFill rotWithShape="1">
          <a:blip r:embed="rId5">
            <a:alphaModFix/>
          </a:blip>
          <a:srcRect b="0" l="0" r="0" t="0"/>
          <a:stretch/>
        </p:blipFill>
        <p:spPr>
          <a:xfrm>
            <a:off x="2159734" y="1014413"/>
            <a:ext cx="5097828" cy="1123535"/>
          </a:xfrm>
          <a:prstGeom prst="rect">
            <a:avLst/>
          </a:prstGeom>
          <a:noFill/>
          <a:ln>
            <a:noFill/>
          </a:ln>
        </p:spPr>
      </p:pic>
      <p:sp>
        <p:nvSpPr>
          <p:cNvPr id="97" name="Google Shape;97;g271832673d3_0_143"/>
          <p:cNvSpPr txBox="1"/>
          <p:nvPr/>
        </p:nvSpPr>
        <p:spPr>
          <a:xfrm>
            <a:off x="762000" y="4165352"/>
            <a:ext cx="768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What will be the value of the gradient for (x=2, y=1, w_0=3, w_1=4)?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271832673d3_0_151"/>
          <p:cNvSpPr txBox="1"/>
          <p:nvPr>
            <p:ph type="title"/>
          </p:nvPr>
        </p:nvSpPr>
        <p:spPr>
          <a:xfrm>
            <a:off x="1930400" y="381000"/>
            <a:ext cx="6994500" cy="633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a:t>Gradient – Detailed Calculation</a:t>
            </a:r>
            <a:endParaRPr/>
          </a:p>
        </p:txBody>
      </p:sp>
      <p:pic>
        <p:nvPicPr>
          <p:cNvPr id="103" name="Google Shape;103;g271832673d3_0_151"/>
          <p:cNvPicPr preferRelativeResize="0"/>
          <p:nvPr/>
        </p:nvPicPr>
        <p:blipFill rotWithShape="1">
          <a:blip r:embed="rId3">
            <a:alphaModFix/>
          </a:blip>
          <a:srcRect b="55074" l="0" r="0" t="0"/>
          <a:stretch/>
        </p:blipFill>
        <p:spPr>
          <a:xfrm>
            <a:off x="1708588" y="2291040"/>
            <a:ext cx="6876336" cy="955444"/>
          </a:xfrm>
          <a:prstGeom prst="rect">
            <a:avLst/>
          </a:prstGeom>
          <a:noFill/>
          <a:ln>
            <a:noFill/>
          </a:ln>
        </p:spPr>
      </p:pic>
      <p:pic>
        <p:nvPicPr>
          <p:cNvPr id="104" name="Google Shape;104;g271832673d3_0_151"/>
          <p:cNvPicPr preferRelativeResize="0"/>
          <p:nvPr/>
        </p:nvPicPr>
        <p:blipFill rotWithShape="1">
          <a:blip r:embed="rId4">
            <a:alphaModFix/>
          </a:blip>
          <a:srcRect b="0" l="0" r="0" t="0"/>
          <a:stretch/>
        </p:blipFill>
        <p:spPr>
          <a:xfrm>
            <a:off x="1909427" y="3197009"/>
            <a:ext cx="5870579" cy="968343"/>
          </a:xfrm>
          <a:prstGeom prst="rect">
            <a:avLst/>
          </a:prstGeom>
          <a:noFill/>
          <a:ln>
            <a:noFill/>
          </a:ln>
        </p:spPr>
      </p:pic>
      <p:pic>
        <p:nvPicPr>
          <p:cNvPr id="105" name="Google Shape;105;g271832673d3_0_151"/>
          <p:cNvPicPr preferRelativeResize="0"/>
          <p:nvPr/>
        </p:nvPicPr>
        <p:blipFill rotWithShape="1">
          <a:blip r:embed="rId5">
            <a:alphaModFix/>
          </a:blip>
          <a:srcRect b="0" l="0" r="0" t="0"/>
          <a:stretch/>
        </p:blipFill>
        <p:spPr>
          <a:xfrm>
            <a:off x="2159734" y="1014413"/>
            <a:ext cx="5097828" cy="1123535"/>
          </a:xfrm>
          <a:prstGeom prst="rect">
            <a:avLst/>
          </a:prstGeom>
          <a:noFill/>
          <a:ln>
            <a:noFill/>
          </a:ln>
        </p:spPr>
      </p:pic>
      <p:sp>
        <p:nvSpPr>
          <p:cNvPr id="106" name="Google Shape;106;g271832673d3_0_151"/>
          <p:cNvSpPr txBox="1"/>
          <p:nvPr/>
        </p:nvSpPr>
        <p:spPr>
          <a:xfrm>
            <a:off x="762000" y="4165352"/>
            <a:ext cx="76845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What will be the value of the gradient for (x=2, y=1, w_0=3, w_1=4)?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(20, 40)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271832673d3_0_159"/>
          <p:cNvSpPr txBox="1"/>
          <p:nvPr>
            <p:ph type="title"/>
          </p:nvPr>
        </p:nvSpPr>
        <p:spPr>
          <a:xfrm>
            <a:off x="1930400" y="381000"/>
            <a:ext cx="6994500" cy="633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a:t>Gradient – Detailed Calculation</a:t>
            </a:r>
            <a:endParaRPr/>
          </a:p>
        </p:txBody>
      </p:sp>
      <p:pic>
        <p:nvPicPr>
          <p:cNvPr id="112" name="Google Shape;112;g271832673d3_0_159"/>
          <p:cNvPicPr preferRelativeResize="0"/>
          <p:nvPr/>
        </p:nvPicPr>
        <p:blipFill rotWithShape="1">
          <a:blip r:embed="rId3">
            <a:alphaModFix/>
          </a:blip>
          <a:srcRect b="55074" l="0" r="0" t="0"/>
          <a:stretch/>
        </p:blipFill>
        <p:spPr>
          <a:xfrm>
            <a:off x="1708588" y="2291040"/>
            <a:ext cx="6876336" cy="955444"/>
          </a:xfrm>
          <a:prstGeom prst="rect">
            <a:avLst/>
          </a:prstGeom>
          <a:noFill/>
          <a:ln>
            <a:noFill/>
          </a:ln>
        </p:spPr>
      </p:pic>
      <p:pic>
        <p:nvPicPr>
          <p:cNvPr id="113" name="Google Shape;113;g271832673d3_0_159"/>
          <p:cNvPicPr preferRelativeResize="0"/>
          <p:nvPr/>
        </p:nvPicPr>
        <p:blipFill rotWithShape="1">
          <a:blip r:embed="rId4">
            <a:alphaModFix/>
          </a:blip>
          <a:srcRect b="0" l="0" r="0" t="0"/>
          <a:stretch/>
        </p:blipFill>
        <p:spPr>
          <a:xfrm>
            <a:off x="1909427" y="3197009"/>
            <a:ext cx="5870579" cy="968343"/>
          </a:xfrm>
          <a:prstGeom prst="rect">
            <a:avLst/>
          </a:prstGeom>
          <a:noFill/>
          <a:ln>
            <a:noFill/>
          </a:ln>
        </p:spPr>
      </p:pic>
      <p:pic>
        <p:nvPicPr>
          <p:cNvPr id="114" name="Google Shape;114;g271832673d3_0_159"/>
          <p:cNvPicPr preferRelativeResize="0"/>
          <p:nvPr/>
        </p:nvPicPr>
        <p:blipFill rotWithShape="1">
          <a:blip r:embed="rId5">
            <a:alphaModFix/>
          </a:blip>
          <a:srcRect b="0" l="0" r="0" t="0"/>
          <a:stretch/>
        </p:blipFill>
        <p:spPr>
          <a:xfrm>
            <a:off x="2159734" y="1014413"/>
            <a:ext cx="5097828" cy="1123535"/>
          </a:xfrm>
          <a:prstGeom prst="rect">
            <a:avLst/>
          </a:prstGeom>
          <a:noFill/>
          <a:ln>
            <a:noFill/>
          </a:ln>
        </p:spPr>
      </p:pic>
      <p:sp>
        <p:nvSpPr>
          <p:cNvPr id="115" name="Google Shape;115;g271832673d3_0_159"/>
          <p:cNvSpPr txBox="1"/>
          <p:nvPr/>
        </p:nvSpPr>
        <p:spPr>
          <a:xfrm>
            <a:off x="762000" y="4165352"/>
            <a:ext cx="76845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What will be the value of the gradient for (x=2, y=1, w_0=3, w_1=4)?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(20, 40)</a:t>
            </a:r>
            <a:endParaRPr b="0" i="0" sz="1400" u="none" cap="none" strike="noStrike">
              <a:solidFill>
                <a:srgbClr val="000000"/>
              </a:solidFill>
              <a:latin typeface="Arial"/>
              <a:ea typeface="Arial"/>
              <a:cs typeface="Arial"/>
              <a:sym typeface="Arial"/>
            </a:endParaRPr>
          </a:p>
        </p:txBody>
      </p:sp>
      <p:sp>
        <p:nvSpPr>
          <p:cNvPr id="116" name="Google Shape;116;g271832673d3_0_159"/>
          <p:cNvSpPr txBox="1"/>
          <p:nvPr/>
        </p:nvSpPr>
        <p:spPr>
          <a:xfrm>
            <a:off x="232475" y="5365681"/>
            <a:ext cx="89115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CA" sz="1800" u="sng" cap="none" strike="noStrike">
                <a:solidFill>
                  <a:schemeClr val="dk1"/>
                </a:solidFill>
                <a:latin typeface="Arial"/>
                <a:ea typeface="Arial"/>
                <a:cs typeface="Arial"/>
                <a:sym typeface="Arial"/>
              </a:rPr>
              <a:t>The gradient represents the direction in which the loss function will increase the most, </a:t>
            </a:r>
            <a:r>
              <a:rPr b="1" i="0" lang="en-CA" sz="1800" u="none" cap="none" strike="noStrike">
                <a:solidFill>
                  <a:schemeClr val="dk1"/>
                </a:solidFill>
                <a:latin typeface="Arial"/>
                <a:ea typeface="Arial"/>
                <a:cs typeface="Arial"/>
                <a:sym typeface="Arial"/>
              </a:rPr>
              <a:t>for a small step taken in (w_0, w_1) around the point (x,y,w_0,w_1).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CA" sz="1800" u="sng" cap="none" strike="noStrike">
                <a:solidFill>
                  <a:schemeClr val="dk1"/>
                </a:solidFill>
                <a:latin typeface="Arial"/>
                <a:ea typeface="Arial"/>
                <a:cs typeface="Arial"/>
                <a:sym typeface="Arial"/>
              </a:rPr>
              <a:t>The negative of the gradient is the direction</a:t>
            </a:r>
            <a:r>
              <a:rPr b="1" i="0" lang="en-CA" sz="1800" u="none" cap="none" strike="noStrike">
                <a:solidFill>
                  <a:schemeClr val="dk1"/>
                </a:solidFill>
                <a:latin typeface="Arial"/>
                <a:ea typeface="Arial"/>
                <a:cs typeface="Arial"/>
                <a:sym typeface="Arial"/>
              </a:rPr>
              <a:t> in (w_0,w_1)</a:t>
            </a:r>
            <a:r>
              <a:rPr b="1" i="0" lang="en-CA" sz="1800" u="sng" cap="none" strike="noStrike">
                <a:solidFill>
                  <a:schemeClr val="dk1"/>
                </a:solidFill>
                <a:latin typeface="Arial"/>
                <a:ea typeface="Arial"/>
                <a:cs typeface="Arial"/>
                <a:sym typeface="Arial"/>
              </a:rPr>
              <a:t> in which the function will decrease most in value, for a small step around the point (</a:t>
            </a:r>
            <a:r>
              <a:rPr b="1" i="0" lang="en-CA" sz="1800" u="none" cap="none" strike="noStrike">
                <a:solidFill>
                  <a:schemeClr val="dk1"/>
                </a:solidFill>
                <a:latin typeface="Arial"/>
                <a:ea typeface="Arial"/>
                <a:cs typeface="Arial"/>
                <a:sym typeface="Arial"/>
              </a:rPr>
              <a:t>x,y,w_0,w_1)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71832673d3_0_1"/>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Optimizers</a:t>
            </a:r>
            <a:endParaRPr/>
          </a:p>
        </p:txBody>
      </p:sp>
      <p:sp>
        <p:nvSpPr>
          <p:cNvPr id="123" name="Google Shape;123;g271832673d3_0_1"/>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just">
              <a:spcBef>
                <a:spcPts val="450"/>
              </a:spcBef>
              <a:spcAft>
                <a:spcPts val="0"/>
              </a:spcAft>
              <a:buSzPts val="1800"/>
              <a:buChar char="-"/>
            </a:pPr>
            <a:r>
              <a:rPr lang="en-CA"/>
              <a:t>Optimizers in machine learning are used to </a:t>
            </a:r>
            <a:r>
              <a:rPr lang="en-CA" u="sng"/>
              <a:t>tune the parameters of a neural network in order to minimize the cost of function.</a:t>
            </a:r>
            <a:endParaRPr u="sng"/>
          </a:p>
          <a:p>
            <a:pPr indent="-342900" lvl="0" marL="457200" rtl="0" algn="just">
              <a:spcBef>
                <a:spcPts val="0"/>
              </a:spcBef>
              <a:spcAft>
                <a:spcPts val="0"/>
              </a:spcAft>
              <a:buSzPts val="1800"/>
              <a:buChar char="-"/>
            </a:pPr>
            <a:r>
              <a:rPr lang="en-CA"/>
              <a:t>The choice of optimizer is, therefore, an important aspect that can make the difference between a </a:t>
            </a:r>
            <a:r>
              <a:rPr lang="en-CA" u="sng"/>
              <a:t>good training and bad training.</a:t>
            </a:r>
            <a:endParaRPr u="sng"/>
          </a:p>
          <a:p>
            <a:pPr indent="-342900" lvl="0" marL="457200" rtl="0" algn="just">
              <a:spcBef>
                <a:spcPts val="0"/>
              </a:spcBef>
              <a:spcAft>
                <a:spcPts val="0"/>
              </a:spcAft>
              <a:buSzPts val="1800"/>
              <a:buChar char="-"/>
            </a:pPr>
            <a:r>
              <a:rPr lang="en-CA"/>
              <a:t>There are several optimizers and based on problem that we have we may choose.</a:t>
            </a:r>
            <a:endParaRPr/>
          </a:p>
          <a:p>
            <a:pPr indent="-342900" lvl="0" marL="457200" rtl="0" algn="just">
              <a:spcBef>
                <a:spcPts val="0"/>
              </a:spcBef>
              <a:spcAft>
                <a:spcPts val="0"/>
              </a:spcAft>
              <a:buSzPts val="1800"/>
              <a:buChar char="-"/>
            </a:pPr>
            <a:r>
              <a:rPr lang="en-CA"/>
              <a:t>Optimizer is one of parameters that we use for hyper parameter tuning.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271832673d3_0_7"/>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Categories of Optimizers</a:t>
            </a:r>
            <a:endParaRPr/>
          </a:p>
        </p:txBody>
      </p:sp>
      <p:sp>
        <p:nvSpPr>
          <p:cNvPr id="130" name="Google Shape;130;g271832673d3_0_7"/>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l">
              <a:spcBef>
                <a:spcPts val="450"/>
              </a:spcBef>
              <a:spcAft>
                <a:spcPts val="0"/>
              </a:spcAft>
              <a:buSzPts val="1800"/>
              <a:buChar char="-"/>
            </a:pPr>
            <a:r>
              <a:rPr b="1" lang="en-CA"/>
              <a:t>Gradient Descent:</a:t>
            </a:r>
            <a:endParaRPr b="1"/>
          </a:p>
          <a:p>
            <a:pPr indent="-342900" lvl="1" marL="914400" rtl="0" algn="l">
              <a:spcBef>
                <a:spcPts val="0"/>
              </a:spcBef>
              <a:spcAft>
                <a:spcPts val="0"/>
              </a:spcAft>
              <a:buSzPts val="1800"/>
              <a:buChar char="-"/>
            </a:pPr>
            <a:r>
              <a:rPr lang="en-CA"/>
              <a:t>Batch Gradient Descent</a:t>
            </a:r>
            <a:endParaRPr/>
          </a:p>
          <a:p>
            <a:pPr indent="-342900" lvl="1" marL="914400" rtl="0" algn="l">
              <a:spcBef>
                <a:spcPts val="0"/>
              </a:spcBef>
              <a:spcAft>
                <a:spcPts val="0"/>
              </a:spcAft>
              <a:buSzPts val="1800"/>
              <a:buChar char="-"/>
            </a:pPr>
            <a:r>
              <a:rPr lang="en-CA"/>
              <a:t>Stochastic Gradient Descent</a:t>
            </a:r>
            <a:endParaRPr/>
          </a:p>
          <a:p>
            <a:pPr indent="-342900" lvl="1" marL="914400" rtl="0" algn="l">
              <a:spcBef>
                <a:spcPts val="0"/>
              </a:spcBef>
              <a:spcAft>
                <a:spcPts val="0"/>
              </a:spcAft>
              <a:buSzPts val="1800"/>
              <a:buChar char="-"/>
            </a:pPr>
            <a:r>
              <a:rPr lang="en-CA"/>
              <a:t>Mini Batch Gradient Descent</a:t>
            </a:r>
            <a:endParaRPr/>
          </a:p>
          <a:p>
            <a:pPr indent="0" lvl="0" marL="457200" rtl="0" algn="l">
              <a:spcBef>
                <a:spcPts val="450"/>
              </a:spcBef>
              <a:spcAft>
                <a:spcPts val="0"/>
              </a:spcAft>
              <a:buNone/>
            </a:pPr>
            <a:r>
              <a:t/>
            </a:r>
            <a:endParaRPr/>
          </a:p>
          <a:p>
            <a:pPr indent="-342900" lvl="0" marL="457200" rtl="0" algn="l">
              <a:spcBef>
                <a:spcPts val="450"/>
              </a:spcBef>
              <a:spcAft>
                <a:spcPts val="0"/>
              </a:spcAft>
              <a:buSzPts val="1800"/>
              <a:buChar char="-"/>
            </a:pPr>
            <a:r>
              <a:rPr b="1" lang="en-CA"/>
              <a:t>Adaptive:</a:t>
            </a:r>
            <a:endParaRPr b="1"/>
          </a:p>
          <a:p>
            <a:pPr indent="-342900" lvl="1" marL="914400" rtl="0" algn="l">
              <a:spcBef>
                <a:spcPts val="0"/>
              </a:spcBef>
              <a:spcAft>
                <a:spcPts val="0"/>
              </a:spcAft>
              <a:buSzPts val="1800"/>
              <a:buChar char="-"/>
            </a:pPr>
            <a:r>
              <a:rPr lang="en-CA"/>
              <a:t>Adagrad</a:t>
            </a:r>
            <a:endParaRPr/>
          </a:p>
          <a:p>
            <a:pPr indent="-342900" lvl="1" marL="914400" rtl="0" algn="l">
              <a:spcBef>
                <a:spcPts val="0"/>
              </a:spcBef>
              <a:spcAft>
                <a:spcPts val="0"/>
              </a:spcAft>
              <a:buSzPts val="1800"/>
              <a:buChar char="-"/>
            </a:pPr>
            <a:r>
              <a:rPr lang="en-CA"/>
              <a:t>Adadelta</a:t>
            </a:r>
            <a:endParaRPr/>
          </a:p>
          <a:p>
            <a:pPr indent="-342900" lvl="1" marL="914400" rtl="0" algn="l">
              <a:spcBef>
                <a:spcPts val="0"/>
              </a:spcBef>
              <a:spcAft>
                <a:spcPts val="0"/>
              </a:spcAft>
              <a:buSzPts val="1800"/>
              <a:buChar char="-"/>
            </a:pPr>
            <a:r>
              <a:rPr lang="en-CA"/>
              <a:t>RMSprop</a:t>
            </a:r>
            <a:endParaRPr/>
          </a:p>
          <a:p>
            <a:pPr indent="-342900" lvl="1" marL="914400" rtl="0" algn="l">
              <a:spcBef>
                <a:spcPts val="0"/>
              </a:spcBef>
              <a:spcAft>
                <a:spcPts val="0"/>
              </a:spcAft>
              <a:buSzPts val="1800"/>
              <a:buChar char="-"/>
            </a:pPr>
            <a:r>
              <a:rPr lang="en-CA"/>
              <a:t>Adam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71832673d3_0_13"/>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Gradient Descent Optimizer</a:t>
            </a:r>
            <a:endParaRPr/>
          </a:p>
        </p:txBody>
      </p:sp>
      <p:sp>
        <p:nvSpPr>
          <p:cNvPr id="137" name="Google Shape;137;g271832673d3_0_13"/>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450"/>
              </a:spcBef>
              <a:spcAft>
                <a:spcPts val="0"/>
              </a:spcAft>
              <a:buNone/>
            </a:pPr>
            <a:r>
              <a:rPr lang="en-CA"/>
              <a:t>1-</a:t>
            </a:r>
            <a:r>
              <a:rPr b="1" lang="en-CA"/>
              <a:t> Batch Gradient Descent:</a:t>
            </a:r>
            <a:endParaRPr b="1"/>
          </a:p>
          <a:p>
            <a:pPr indent="-342900" lvl="0" marL="457200" rtl="0" algn="l">
              <a:spcBef>
                <a:spcPts val="450"/>
              </a:spcBef>
              <a:spcAft>
                <a:spcPts val="0"/>
              </a:spcAft>
              <a:buSzPts val="1800"/>
              <a:buChar char="-"/>
            </a:pPr>
            <a:r>
              <a:rPr lang="en-CA"/>
              <a:t>Known as vanilla gradient descent</a:t>
            </a:r>
            <a:endParaRPr/>
          </a:p>
          <a:p>
            <a:pPr indent="-342900" lvl="0" marL="457200" rtl="0" algn="l">
              <a:spcBef>
                <a:spcPts val="0"/>
              </a:spcBef>
              <a:spcAft>
                <a:spcPts val="0"/>
              </a:spcAft>
              <a:buSzPts val="1800"/>
              <a:buChar char="-"/>
            </a:pPr>
            <a:r>
              <a:rPr lang="en-CA"/>
              <a:t>It is the most basic among the others.</a:t>
            </a:r>
            <a:endParaRPr/>
          </a:p>
          <a:p>
            <a:pPr indent="-342900" lvl="0" marL="457200" rtl="0" algn="l">
              <a:spcBef>
                <a:spcPts val="0"/>
              </a:spcBef>
              <a:spcAft>
                <a:spcPts val="0"/>
              </a:spcAft>
              <a:buSzPts val="1800"/>
              <a:buChar char="-"/>
            </a:pPr>
            <a:r>
              <a:rPr lang="en-CA"/>
              <a:t>It computes the gradients of the objective function J with respect to the parameters </a:t>
            </a:r>
            <a:r>
              <a:rPr i="1" lang="en-CA" sz="2900">
                <a:solidFill>
                  <a:srgbClr val="242424"/>
                </a:solidFill>
                <a:highlight>
                  <a:srgbClr val="FFFFFF"/>
                </a:highlight>
                <a:latin typeface="Georgia"/>
                <a:ea typeface="Georgia"/>
                <a:cs typeface="Georgia"/>
                <a:sym typeface="Georgia"/>
              </a:rPr>
              <a:t>θ</a:t>
            </a:r>
            <a:r>
              <a:rPr i="1" lang="en-CA" sz="1500">
                <a:solidFill>
                  <a:srgbClr val="242424"/>
                </a:solidFill>
                <a:highlight>
                  <a:srgbClr val="FFFFFF"/>
                </a:highlight>
                <a:latin typeface="Georgia"/>
                <a:ea typeface="Georgia"/>
                <a:cs typeface="Georgia"/>
                <a:sym typeface="Georgia"/>
              </a:rPr>
              <a:t> </a:t>
            </a:r>
            <a:r>
              <a:rPr lang="en-CA"/>
              <a:t>for the entire training set.</a:t>
            </a:r>
            <a:endParaRPr/>
          </a:p>
          <a:p>
            <a:pPr indent="0" lvl="0" marL="457200" rtl="0" algn="l">
              <a:spcBef>
                <a:spcPts val="450"/>
              </a:spcBef>
              <a:spcAft>
                <a:spcPts val="0"/>
              </a:spcAft>
              <a:buNone/>
            </a:pPr>
            <a:r>
              <a:t/>
            </a:r>
            <a:endParaRPr/>
          </a:p>
        </p:txBody>
      </p:sp>
      <p:pic>
        <p:nvPicPr>
          <p:cNvPr id="138" name="Google Shape;138;g271832673d3_0_13"/>
          <p:cNvPicPr preferRelativeResize="0"/>
          <p:nvPr/>
        </p:nvPicPr>
        <p:blipFill>
          <a:blip r:embed="rId3">
            <a:alphaModFix/>
          </a:blip>
          <a:stretch>
            <a:fillRect/>
          </a:stretch>
        </p:blipFill>
        <p:spPr>
          <a:xfrm>
            <a:off x="4629100" y="4348725"/>
            <a:ext cx="3000000" cy="432800"/>
          </a:xfrm>
          <a:prstGeom prst="rect">
            <a:avLst/>
          </a:prstGeom>
          <a:noFill/>
          <a:ln>
            <a:noFill/>
          </a:ln>
        </p:spPr>
      </p:pic>
      <p:sp>
        <p:nvSpPr>
          <p:cNvPr id="139" name="Google Shape;139;g271832673d3_0_13"/>
          <p:cNvSpPr txBox="1"/>
          <p:nvPr/>
        </p:nvSpPr>
        <p:spPr>
          <a:xfrm>
            <a:off x="3354575" y="3921800"/>
            <a:ext cx="51834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CA" sz="1050">
                <a:solidFill>
                  <a:srgbClr val="6B6B6B"/>
                </a:solidFill>
                <a:highlight>
                  <a:srgbClr val="FFFFFF"/>
                </a:highlight>
              </a:rPr>
              <a:t>Formula to update weights in batch gradient descent. The gradients are multiplied by the learning rate η and then used to update the parameters of the network.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1832673d3_0_24"/>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Gradient Descent Optimizer</a:t>
            </a:r>
            <a:endParaRPr/>
          </a:p>
        </p:txBody>
      </p:sp>
      <p:sp>
        <p:nvSpPr>
          <p:cNvPr id="146" name="Google Shape;146;g271832673d3_0_24"/>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l">
              <a:spcBef>
                <a:spcPts val="450"/>
              </a:spcBef>
              <a:spcAft>
                <a:spcPts val="0"/>
              </a:spcAft>
              <a:buSzPts val="1800"/>
              <a:buChar char="-"/>
            </a:pPr>
            <a:r>
              <a:rPr lang="en-CA"/>
              <a:t>As we use the entire dataset to perform just one step, batch gradient descent can be very slow.</a:t>
            </a:r>
            <a:endParaRPr/>
          </a:p>
          <a:p>
            <a:pPr indent="-342900" lvl="0" marL="457200" rtl="0" algn="l">
              <a:spcBef>
                <a:spcPts val="0"/>
              </a:spcBef>
              <a:spcAft>
                <a:spcPts val="0"/>
              </a:spcAft>
              <a:buSzPts val="1800"/>
              <a:buChar char="-"/>
            </a:pPr>
            <a:r>
              <a:rPr lang="en-CA"/>
              <a:t>Moreover, it is not suitable for dataset that dont fit in memory.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71832673d3_0_30"/>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sz="3200"/>
              <a:t>Gradient Descent Optimizer(SGD)</a:t>
            </a:r>
            <a:endParaRPr sz="3200"/>
          </a:p>
        </p:txBody>
      </p:sp>
      <p:sp>
        <p:nvSpPr>
          <p:cNvPr id="153" name="Google Shape;153;g271832673d3_0_3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l">
              <a:spcBef>
                <a:spcPts val="450"/>
              </a:spcBef>
              <a:spcAft>
                <a:spcPts val="0"/>
              </a:spcAft>
              <a:buSzPts val="1800"/>
              <a:buChar char="-"/>
            </a:pPr>
            <a:r>
              <a:rPr lang="en-CA"/>
              <a:t>It is an improved version of batch gradient descent.</a:t>
            </a:r>
            <a:endParaRPr/>
          </a:p>
          <a:p>
            <a:pPr indent="-342900" lvl="0" marL="457200" rtl="0" algn="l">
              <a:spcBef>
                <a:spcPts val="0"/>
              </a:spcBef>
              <a:spcAft>
                <a:spcPts val="0"/>
              </a:spcAft>
              <a:buSzPts val="1800"/>
              <a:buChar char="-"/>
            </a:pPr>
            <a:r>
              <a:rPr lang="en-CA" u="sng"/>
              <a:t>Instead of computing the gradients over the entire dataset, it performs a parameters update for each example in the dataset.</a:t>
            </a:r>
            <a:endParaRPr u="sng"/>
          </a:p>
          <a:p>
            <a:pPr indent="-342900" lvl="0" marL="457200" rtl="0" algn="l">
              <a:spcBef>
                <a:spcPts val="0"/>
              </a:spcBef>
              <a:spcAft>
                <a:spcPts val="0"/>
              </a:spcAft>
              <a:buSzPts val="1800"/>
              <a:buChar char="-"/>
            </a:pPr>
            <a:r>
              <a:rPr lang="en-CA"/>
              <a:t>Therefore, the formula to updates a weights and values depends on the input x, and output y.</a:t>
            </a:r>
            <a:endParaRPr/>
          </a:p>
          <a:p>
            <a:pPr indent="0" lvl="0" marL="457200" rtl="0" algn="l">
              <a:spcBef>
                <a:spcPts val="450"/>
              </a:spcBef>
              <a:spcAft>
                <a:spcPts val="0"/>
              </a:spcAft>
              <a:buNone/>
            </a:pPr>
            <a:r>
              <a:t/>
            </a:r>
            <a:endParaRPr/>
          </a:p>
        </p:txBody>
      </p:sp>
      <p:pic>
        <p:nvPicPr>
          <p:cNvPr id="154" name="Google Shape;154;g271832673d3_0_30"/>
          <p:cNvPicPr preferRelativeResize="0"/>
          <p:nvPr/>
        </p:nvPicPr>
        <p:blipFill>
          <a:blip r:embed="rId3">
            <a:alphaModFix/>
          </a:blip>
          <a:stretch>
            <a:fillRect/>
          </a:stretch>
        </p:blipFill>
        <p:spPr>
          <a:xfrm>
            <a:off x="3868475" y="4857300"/>
            <a:ext cx="3667125" cy="447675"/>
          </a:xfrm>
          <a:prstGeom prst="rect">
            <a:avLst/>
          </a:prstGeom>
          <a:noFill/>
          <a:ln>
            <a:noFill/>
          </a:ln>
        </p:spPr>
      </p:pic>
      <p:sp>
        <p:nvSpPr>
          <p:cNvPr id="155" name="Google Shape;155;g271832673d3_0_30"/>
          <p:cNvSpPr txBox="1"/>
          <p:nvPr/>
        </p:nvSpPr>
        <p:spPr>
          <a:xfrm>
            <a:off x="4202038" y="5454500"/>
            <a:ext cx="30000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050">
                <a:solidFill>
                  <a:srgbClr val="6B6B6B"/>
                </a:solidFill>
                <a:highlight>
                  <a:srgbClr val="FFFFFF"/>
                </a:highlight>
              </a:rPr>
              <a:t>Formula to update weights in SGD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271832673d3_0_42"/>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sz="3300"/>
              <a:t>Gradient Descent Optimizer(SGD)</a:t>
            </a:r>
            <a:endParaRPr sz="3300"/>
          </a:p>
        </p:txBody>
      </p:sp>
      <p:sp>
        <p:nvSpPr>
          <p:cNvPr id="162" name="Google Shape;162;g271832673d3_0_42"/>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30200" lvl="0" marL="457200" rtl="0" algn="just">
              <a:spcBef>
                <a:spcPts val="450"/>
              </a:spcBef>
              <a:spcAft>
                <a:spcPts val="0"/>
              </a:spcAft>
              <a:buSzPts val="1600"/>
              <a:buChar char="-"/>
            </a:pPr>
            <a:r>
              <a:rPr lang="en-CA" sz="2600"/>
              <a:t>The problem of SGD is that </a:t>
            </a:r>
            <a:r>
              <a:rPr lang="en-CA" sz="2600" u="sng"/>
              <a:t>the updates are frequent and with a high variance, so the objective function is very fluctuates during training process.</a:t>
            </a:r>
            <a:endParaRPr sz="2600" u="sng"/>
          </a:p>
          <a:p>
            <a:pPr indent="-330200" lvl="0" marL="457200" rtl="0" algn="just">
              <a:spcBef>
                <a:spcPts val="0"/>
              </a:spcBef>
              <a:spcAft>
                <a:spcPts val="0"/>
              </a:spcAft>
              <a:buSzPts val="1600"/>
              <a:buChar char="-"/>
            </a:pPr>
            <a:r>
              <a:rPr lang="en-CA" sz="2600"/>
              <a:t>The advantage of SGD respect to previous is that it allows the function to jump to better local minima, but this feature could be disadvantage as well because it may convergence to the local minima.</a:t>
            </a:r>
            <a:endParaRPr sz="2600"/>
          </a:p>
          <a:p>
            <a:pPr indent="-330200" lvl="0" marL="457200" rtl="0" algn="just">
              <a:spcBef>
                <a:spcPts val="0"/>
              </a:spcBef>
              <a:spcAft>
                <a:spcPts val="0"/>
              </a:spcAft>
              <a:buSzPts val="1600"/>
              <a:buChar char="-"/>
            </a:pPr>
            <a:r>
              <a:rPr lang="en-CA" sz="2600"/>
              <a:t>The solution is to slowly decrease the learning rate value in order to make the updates smaller and smaller, so avoiding high oscillations.</a:t>
            </a:r>
            <a:endParaRPr sz="2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71832673d3_0_102"/>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sz="2400"/>
              <a:t>Stochastic Gradient Descent with Momentum</a:t>
            </a:r>
            <a:endParaRPr sz="2400"/>
          </a:p>
        </p:txBody>
      </p:sp>
      <p:sp>
        <p:nvSpPr>
          <p:cNvPr id="169" name="Google Shape;169;g271832673d3_0_102"/>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l">
              <a:spcBef>
                <a:spcPts val="450"/>
              </a:spcBef>
              <a:spcAft>
                <a:spcPts val="0"/>
              </a:spcAft>
              <a:buSzPts val="1800"/>
              <a:buChar char="-"/>
            </a:pPr>
            <a:r>
              <a:rPr lang="en-CA"/>
              <a:t>As we mentioned stochastic Gradient descent takes a much more noisy path than the gradient descent.</a:t>
            </a:r>
            <a:endParaRPr/>
          </a:p>
          <a:p>
            <a:pPr indent="-342900" lvl="0" marL="457200" rtl="0" algn="just">
              <a:spcBef>
                <a:spcPts val="0"/>
              </a:spcBef>
              <a:spcAft>
                <a:spcPts val="0"/>
              </a:spcAft>
              <a:buSzPts val="1800"/>
              <a:buChar char="-"/>
            </a:pPr>
            <a:r>
              <a:rPr lang="en-CA"/>
              <a:t>It requires more significant number of iterations to reach the optimal minimum, therefore computation time is very slow.</a:t>
            </a:r>
            <a:endParaRPr/>
          </a:p>
          <a:p>
            <a:pPr indent="-342900" lvl="0" marL="457200" rtl="0" algn="just">
              <a:spcBef>
                <a:spcPts val="0"/>
              </a:spcBef>
              <a:spcAft>
                <a:spcPts val="0"/>
              </a:spcAft>
              <a:buSzPts val="1800"/>
              <a:buChar char="-"/>
            </a:pPr>
            <a:r>
              <a:rPr lang="en-CA" u="sng"/>
              <a:t>Momentum cause training will be faster convergence of the loss function.</a:t>
            </a:r>
            <a:endParaRPr u="sng"/>
          </a:p>
          <a:p>
            <a:pPr indent="0" lvl="0" marL="457200" rtl="0" algn="l">
              <a:spcBef>
                <a:spcPts val="45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71832673d3_0_108"/>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sz="3200"/>
              <a:t>Stochastic Gradient Descent (SGD)</a:t>
            </a:r>
            <a:endParaRPr sz="3200"/>
          </a:p>
        </p:txBody>
      </p:sp>
      <p:sp>
        <p:nvSpPr>
          <p:cNvPr id="176" name="Google Shape;176;g271832673d3_0_108"/>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just">
              <a:spcBef>
                <a:spcPts val="450"/>
              </a:spcBef>
              <a:spcAft>
                <a:spcPts val="0"/>
              </a:spcAft>
              <a:buSzPts val="1800"/>
              <a:buChar char="-"/>
            </a:pPr>
            <a:r>
              <a:rPr lang="en-CA"/>
              <a:t>It oscillates between either direction of the gradient and updates the weights.</a:t>
            </a:r>
            <a:endParaRPr/>
          </a:p>
          <a:p>
            <a:pPr indent="-342900" lvl="0" marL="457200" rtl="0" algn="just">
              <a:spcBef>
                <a:spcPts val="0"/>
              </a:spcBef>
              <a:spcAft>
                <a:spcPts val="0"/>
              </a:spcAft>
              <a:buSzPts val="1800"/>
              <a:buChar char="-"/>
            </a:pPr>
            <a:r>
              <a:rPr lang="en-CA"/>
              <a:t>It adds a fraction of previous update to the current update will make the process faster.</a:t>
            </a:r>
            <a:endParaRPr/>
          </a:p>
          <a:p>
            <a:pPr indent="-342900" lvl="0" marL="457200" rtl="0" algn="just">
              <a:spcBef>
                <a:spcPts val="0"/>
              </a:spcBef>
              <a:spcAft>
                <a:spcPts val="0"/>
              </a:spcAft>
              <a:buSzPts val="1800"/>
              <a:buChar char="-"/>
            </a:pPr>
            <a:r>
              <a:rPr lang="en-CA"/>
              <a:t>Point: while using this algorithm, the learning rate should be decreased with a high momentum term.</a:t>
            </a:r>
            <a:endParaRPr/>
          </a:p>
          <a:p>
            <a:pPr indent="0" lvl="0" marL="457200" rtl="0" algn="l">
              <a:spcBef>
                <a:spcPts val="450"/>
              </a:spcBef>
              <a:spcAft>
                <a:spcPts val="0"/>
              </a:spcAft>
              <a:buNone/>
            </a:pPr>
            <a:r>
              <a:t/>
            </a:r>
            <a:endParaRPr/>
          </a:p>
          <a:p>
            <a:pPr indent="0" lvl="0" marL="0" rtl="0" algn="l">
              <a:spcBef>
                <a:spcPts val="450"/>
              </a:spcBef>
              <a:spcAft>
                <a:spcPts val="0"/>
              </a:spcAft>
              <a:buNone/>
            </a:pPr>
            <a:r>
              <a:t/>
            </a:r>
            <a:endParaRPr/>
          </a:p>
        </p:txBody>
      </p:sp>
      <p:pic>
        <p:nvPicPr>
          <p:cNvPr id="177" name="Google Shape;177;g271832673d3_0_108"/>
          <p:cNvPicPr preferRelativeResize="0"/>
          <p:nvPr/>
        </p:nvPicPr>
        <p:blipFill>
          <a:blip r:embed="rId3">
            <a:alphaModFix/>
          </a:blip>
          <a:stretch>
            <a:fillRect/>
          </a:stretch>
        </p:blipFill>
        <p:spPr>
          <a:xfrm>
            <a:off x="4163975" y="4697550"/>
            <a:ext cx="2857500" cy="1428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71832673d3_0_168"/>
          <p:cNvSpPr txBox="1"/>
          <p:nvPr>
            <p:ph type="title"/>
          </p:nvPr>
        </p:nvSpPr>
        <p:spPr>
          <a:xfrm>
            <a:off x="1930400" y="381000"/>
            <a:ext cx="6994500" cy="633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a:t>Momentum</a:t>
            </a:r>
            <a:endParaRPr/>
          </a:p>
        </p:txBody>
      </p:sp>
      <p:sp>
        <p:nvSpPr>
          <p:cNvPr id="184" name="Google Shape;184;g271832673d3_0_168"/>
          <p:cNvSpPr txBox="1"/>
          <p:nvPr/>
        </p:nvSpPr>
        <p:spPr>
          <a:xfrm>
            <a:off x="-36121" y="6550223"/>
            <a:ext cx="5308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CA" sz="1400" u="sng" cap="none" strike="noStrike">
                <a:solidFill>
                  <a:schemeClr val="dk1"/>
                </a:solidFill>
                <a:latin typeface="Arial"/>
                <a:ea typeface="Arial"/>
                <a:cs typeface="Arial"/>
                <a:sym typeface="Arial"/>
                <a:hlinkClick r:id="rId3">
                  <a:extLst>
                    <a:ext uri="{A12FA001-AC4F-418D-AE19-62706E023703}">
                      <ahyp:hlinkClr val="tx"/>
                    </a:ext>
                  </a:extLst>
                </a:hlinkClick>
              </a:rPr>
              <a:t>DreamStudio</a:t>
            </a:r>
            <a:r>
              <a:rPr b="0" i="0" lang="en-CA" sz="1400" u="none" cap="none" strike="noStrike">
                <a:solidFill>
                  <a:schemeClr val="dk1"/>
                </a:solidFill>
                <a:latin typeface="Arial"/>
                <a:ea typeface="Arial"/>
                <a:cs typeface="Arial"/>
                <a:sym typeface="Arial"/>
              </a:rPr>
              <a:t>: A bowling ball rolling down a hill</a:t>
            </a:r>
            <a:endParaRPr b="0" i="0" sz="1400" u="none" cap="none" strike="noStrike">
              <a:solidFill>
                <a:srgbClr val="000000"/>
              </a:solidFill>
              <a:latin typeface="Arial"/>
              <a:ea typeface="Arial"/>
              <a:cs typeface="Arial"/>
              <a:sym typeface="Arial"/>
            </a:endParaRPr>
          </a:p>
        </p:txBody>
      </p:sp>
      <p:pic>
        <p:nvPicPr>
          <p:cNvPr descr="A picture containing grass, sky, outdoor, field&#10;&#10;Description automatically generated" id="185" name="Google Shape;185;g271832673d3_0_168"/>
          <p:cNvPicPr preferRelativeResize="0"/>
          <p:nvPr/>
        </p:nvPicPr>
        <p:blipFill rotWithShape="1">
          <a:blip r:embed="rId4">
            <a:alphaModFix/>
          </a:blip>
          <a:srcRect b="0" l="0" r="0" t="0"/>
          <a:stretch/>
        </p:blipFill>
        <p:spPr>
          <a:xfrm>
            <a:off x="2618014" y="1475014"/>
            <a:ext cx="3907971" cy="390797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71832673d3_0_175"/>
          <p:cNvSpPr txBox="1"/>
          <p:nvPr>
            <p:ph type="title"/>
          </p:nvPr>
        </p:nvSpPr>
        <p:spPr>
          <a:xfrm>
            <a:off x="1930400" y="381000"/>
            <a:ext cx="6994500" cy="633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a:t>Momentum</a:t>
            </a:r>
            <a:endParaRPr/>
          </a:p>
        </p:txBody>
      </p:sp>
      <p:sp>
        <p:nvSpPr>
          <p:cNvPr id="191" name="Google Shape;191;g271832673d3_0_175"/>
          <p:cNvSpPr txBox="1"/>
          <p:nvPr/>
        </p:nvSpPr>
        <p:spPr>
          <a:xfrm>
            <a:off x="-36121" y="6550223"/>
            <a:ext cx="5308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CA" sz="1400" u="sng" cap="none" strike="noStrike">
                <a:solidFill>
                  <a:schemeClr val="dk1"/>
                </a:solidFill>
                <a:latin typeface="Arial"/>
                <a:ea typeface="Arial"/>
                <a:cs typeface="Arial"/>
                <a:sym typeface="Arial"/>
                <a:hlinkClick r:id="rId3">
                  <a:extLst>
                    <a:ext uri="{A12FA001-AC4F-418D-AE19-62706E023703}">
                      <ahyp:hlinkClr val="tx"/>
                    </a:ext>
                  </a:extLst>
                </a:hlinkClick>
              </a:rPr>
              <a:t>DreamStudio</a:t>
            </a:r>
            <a:r>
              <a:rPr b="0" i="0" lang="en-CA" sz="1400" u="none" cap="none" strike="noStrike">
                <a:solidFill>
                  <a:schemeClr val="dk1"/>
                </a:solidFill>
                <a:latin typeface="Arial"/>
                <a:ea typeface="Arial"/>
                <a:cs typeface="Arial"/>
                <a:sym typeface="Arial"/>
              </a:rPr>
              <a:t>:A bowling ball rolling down a hill with a small stone in front of it</a:t>
            </a:r>
            <a:endParaRPr b="0" i="0" sz="1400" u="none" cap="none" strike="noStrike">
              <a:solidFill>
                <a:schemeClr val="dk1"/>
              </a:solidFill>
              <a:latin typeface="Arial"/>
              <a:ea typeface="Arial"/>
              <a:cs typeface="Arial"/>
              <a:sym typeface="Arial"/>
            </a:endParaRPr>
          </a:p>
        </p:txBody>
      </p:sp>
      <p:pic>
        <p:nvPicPr>
          <p:cNvPr descr="A picture containing grass, sky, outdoor, field&#10;&#10;Description automatically generated" id="192" name="Google Shape;192;g271832673d3_0_175"/>
          <p:cNvPicPr preferRelativeResize="0"/>
          <p:nvPr/>
        </p:nvPicPr>
        <p:blipFill rotWithShape="1">
          <a:blip r:embed="rId4">
            <a:alphaModFix/>
          </a:blip>
          <a:srcRect b="0" l="0" r="0" t="0"/>
          <a:stretch/>
        </p:blipFill>
        <p:spPr>
          <a:xfrm>
            <a:off x="217714" y="1328057"/>
            <a:ext cx="2100943" cy="2100943"/>
          </a:xfrm>
          <a:prstGeom prst="rect">
            <a:avLst/>
          </a:prstGeom>
          <a:noFill/>
          <a:ln>
            <a:noFill/>
          </a:ln>
        </p:spPr>
      </p:pic>
      <p:pic>
        <p:nvPicPr>
          <p:cNvPr descr="A red ball on a rock&#10;&#10;Description automatically generated with medium confidence" id="193" name="Google Shape;193;g271832673d3_0_175"/>
          <p:cNvPicPr preferRelativeResize="0"/>
          <p:nvPr/>
        </p:nvPicPr>
        <p:blipFill rotWithShape="1">
          <a:blip r:embed="rId5">
            <a:alphaModFix/>
          </a:blip>
          <a:srcRect b="0" l="0" r="0" t="0"/>
          <a:stretch/>
        </p:blipFill>
        <p:spPr>
          <a:xfrm>
            <a:off x="2618013" y="1343918"/>
            <a:ext cx="4876800" cy="4876800"/>
          </a:xfrm>
          <a:prstGeom prst="rect">
            <a:avLst/>
          </a:prstGeom>
          <a:noFill/>
          <a:ln>
            <a:noFill/>
          </a:ln>
        </p:spPr>
      </p:pic>
      <p:sp>
        <p:nvSpPr>
          <p:cNvPr id="194" name="Google Shape;194;g271832673d3_0_175"/>
          <p:cNvSpPr txBox="1"/>
          <p:nvPr/>
        </p:nvSpPr>
        <p:spPr>
          <a:xfrm>
            <a:off x="217714" y="3624943"/>
            <a:ext cx="21009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What will happen in real life?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What will happen with gradient descent?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271832673d3_0_183"/>
          <p:cNvSpPr txBox="1"/>
          <p:nvPr>
            <p:ph type="title"/>
          </p:nvPr>
        </p:nvSpPr>
        <p:spPr>
          <a:xfrm>
            <a:off x="1930400" y="381000"/>
            <a:ext cx="6994500" cy="633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CA"/>
              <a:t>Momentum</a:t>
            </a:r>
            <a:endParaRPr/>
          </a:p>
        </p:txBody>
      </p:sp>
      <p:sp>
        <p:nvSpPr>
          <p:cNvPr id="201" name="Google Shape;201;g271832673d3_0_183"/>
          <p:cNvSpPr txBox="1"/>
          <p:nvPr/>
        </p:nvSpPr>
        <p:spPr>
          <a:xfrm>
            <a:off x="-36121" y="6550223"/>
            <a:ext cx="5308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CA" sz="1400" u="sng" cap="none" strike="noStrike">
                <a:solidFill>
                  <a:schemeClr val="dk1"/>
                </a:solidFill>
                <a:latin typeface="Arial"/>
                <a:ea typeface="Arial"/>
                <a:cs typeface="Arial"/>
                <a:sym typeface="Arial"/>
                <a:hlinkClick r:id="rId3">
                  <a:extLst>
                    <a:ext uri="{A12FA001-AC4F-418D-AE19-62706E023703}">
                      <ahyp:hlinkClr val="tx"/>
                    </a:ext>
                  </a:extLst>
                </a:hlinkClick>
              </a:rPr>
              <a:t>DreamStudio</a:t>
            </a:r>
            <a:r>
              <a:rPr b="0" i="0" lang="en-CA" sz="1400" u="none" cap="none" strike="noStrike">
                <a:solidFill>
                  <a:schemeClr val="dk1"/>
                </a:solidFill>
                <a:latin typeface="Arial"/>
                <a:ea typeface="Arial"/>
                <a:cs typeface="Arial"/>
                <a:sym typeface="Arial"/>
              </a:rPr>
              <a:t>: A bowling ball rolling down a muddy hill</a:t>
            </a:r>
            <a:endParaRPr b="0" i="0" sz="1400" u="none" cap="none" strike="noStrike">
              <a:solidFill>
                <a:schemeClr val="dk1"/>
              </a:solidFill>
              <a:latin typeface="Arial"/>
              <a:ea typeface="Arial"/>
              <a:cs typeface="Arial"/>
              <a:sym typeface="Arial"/>
            </a:endParaRPr>
          </a:p>
        </p:txBody>
      </p:sp>
      <p:pic>
        <p:nvPicPr>
          <p:cNvPr descr="A picture containing ground, outdoor, sky, grass&#10;&#10;Description automatically generated" id="202" name="Google Shape;202;g271832673d3_0_183"/>
          <p:cNvPicPr preferRelativeResize="0"/>
          <p:nvPr/>
        </p:nvPicPr>
        <p:blipFill rotWithShape="1">
          <a:blip r:embed="rId4">
            <a:alphaModFix/>
          </a:blip>
          <a:srcRect b="0" l="0" r="0" t="0"/>
          <a:stretch/>
        </p:blipFill>
        <p:spPr>
          <a:xfrm>
            <a:off x="2222809" y="1146717"/>
            <a:ext cx="4876800" cy="4876800"/>
          </a:xfrm>
          <a:prstGeom prst="rect">
            <a:avLst/>
          </a:prstGeom>
          <a:noFill/>
          <a:ln>
            <a:noFill/>
          </a:ln>
        </p:spPr>
      </p:pic>
      <p:sp>
        <p:nvSpPr>
          <p:cNvPr id="203" name="Google Shape;203;g271832673d3_0_183"/>
          <p:cNvSpPr txBox="1"/>
          <p:nvPr/>
        </p:nvSpPr>
        <p:spPr>
          <a:xfrm>
            <a:off x="122663" y="1416205"/>
            <a:ext cx="21000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Friction and terminal (maximum) speed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271832673d3_0_48"/>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Gradient Descent:MiniBatch</a:t>
            </a:r>
            <a:endParaRPr/>
          </a:p>
        </p:txBody>
      </p:sp>
      <p:sp>
        <p:nvSpPr>
          <p:cNvPr id="210" name="Google Shape;210;g271832673d3_0_48"/>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just">
              <a:spcBef>
                <a:spcPts val="450"/>
              </a:spcBef>
              <a:spcAft>
                <a:spcPts val="0"/>
              </a:spcAft>
              <a:buSzPts val="1800"/>
              <a:buChar char="-"/>
            </a:pPr>
            <a:r>
              <a:rPr lang="en-CA"/>
              <a:t>This algorithm is the mix of advantage of both gradient descent methods that we mentioned.</a:t>
            </a:r>
            <a:endParaRPr/>
          </a:p>
          <a:p>
            <a:pPr indent="-342900" lvl="0" marL="457200" rtl="0" algn="just">
              <a:spcBef>
                <a:spcPts val="0"/>
              </a:spcBef>
              <a:spcAft>
                <a:spcPts val="0"/>
              </a:spcAft>
              <a:buSzPts val="1800"/>
              <a:buChar char="-"/>
            </a:pPr>
            <a:r>
              <a:rPr lang="en-CA" u="sng"/>
              <a:t>It basically computes the gradients on small batches of data in order to reduce the variance of the updates.</a:t>
            </a:r>
            <a:endParaRPr u="sng"/>
          </a:p>
          <a:p>
            <a:pPr indent="-342900" lvl="0" marL="457200" rtl="0" algn="l">
              <a:spcBef>
                <a:spcPts val="0"/>
              </a:spcBef>
              <a:spcAft>
                <a:spcPts val="0"/>
              </a:spcAft>
              <a:buSzPts val="1800"/>
              <a:buChar char="-"/>
            </a:pPr>
            <a:r>
              <a:t/>
            </a:r>
            <a:endParaRPr/>
          </a:p>
        </p:txBody>
      </p:sp>
      <p:pic>
        <p:nvPicPr>
          <p:cNvPr id="211" name="Google Shape;211;g271832673d3_0_48"/>
          <p:cNvPicPr preferRelativeResize="0"/>
          <p:nvPr/>
        </p:nvPicPr>
        <p:blipFill>
          <a:blip r:embed="rId3">
            <a:alphaModFix/>
          </a:blip>
          <a:stretch>
            <a:fillRect/>
          </a:stretch>
        </p:blipFill>
        <p:spPr>
          <a:xfrm>
            <a:off x="3198625" y="3836575"/>
            <a:ext cx="5229225" cy="466725"/>
          </a:xfrm>
          <a:prstGeom prst="rect">
            <a:avLst/>
          </a:prstGeom>
          <a:noFill/>
          <a:ln>
            <a:noFill/>
          </a:ln>
        </p:spPr>
      </p:pic>
      <p:sp>
        <p:nvSpPr>
          <p:cNvPr id="212" name="Google Shape;212;g271832673d3_0_48"/>
          <p:cNvSpPr txBox="1"/>
          <p:nvPr/>
        </p:nvSpPr>
        <p:spPr>
          <a:xfrm>
            <a:off x="4042104" y="4577325"/>
            <a:ext cx="41145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050">
                <a:solidFill>
                  <a:srgbClr val="6B6B6B"/>
                </a:solidFill>
                <a:highlight>
                  <a:srgbClr val="FFFFFF"/>
                </a:highlight>
              </a:rPr>
              <a:t>Formula to update weights in mini batch gradient descent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271832673d3_0_59"/>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Gradient Descent</a:t>
            </a:r>
            <a:endParaRPr/>
          </a:p>
        </p:txBody>
      </p:sp>
      <p:sp>
        <p:nvSpPr>
          <p:cNvPr id="219" name="Google Shape;219;g271832673d3_0_59"/>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just">
              <a:spcBef>
                <a:spcPts val="450"/>
              </a:spcBef>
              <a:spcAft>
                <a:spcPts val="0"/>
              </a:spcAft>
              <a:buSzPts val="1800"/>
              <a:buChar char="-"/>
            </a:pPr>
            <a:r>
              <a:rPr lang="en-CA" u="sng"/>
              <a:t>Mini Batch gradient Descent is the best choice among the three in most of the cases.</a:t>
            </a:r>
            <a:endParaRPr u="sng"/>
          </a:p>
          <a:p>
            <a:pPr indent="-342900" lvl="0" marL="457200" rtl="0" algn="just">
              <a:spcBef>
                <a:spcPts val="0"/>
              </a:spcBef>
              <a:spcAft>
                <a:spcPts val="0"/>
              </a:spcAft>
              <a:buSzPts val="1800"/>
              <a:buChar char="-"/>
            </a:pPr>
            <a:r>
              <a:rPr lang="en-CA"/>
              <a:t>Learning rate tuning: all of them are depends on the amount of learning rate.</a:t>
            </a:r>
            <a:endParaRPr/>
          </a:p>
          <a:p>
            <a:pPr indent="-342900" lvl="0" marL="457200" rtl="0" algn="just">
              <a:spcBef>
                <a:spcPts val="0"/>
              </a:spcBef>
              <a:spcAft>
                <a:spcPts val="0"/>
              </a:spcAft>
              <a:buSzPts val="1800"/>
              <a:buChar char="-"/>
            </a:pPr>
            <a:r>
              <a:rPr lang="en-CA"/>
              <a:t>High possibility to getting stuck into a suboptimal local minima.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271832673d3_0_65"/>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Adaptive Optimizers</a:t>
            </a:r>
            <a:endParaRPr/>
          </a:p>
        </p:txBody>
      </p:sp>
      <p:sp>
        <p:nvSpPr>
          <p:cNvPr id="226" name="Google Shape;226;g271832673d3_0_65"/>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just">
              <a:spcBef>
                <a:spcPts val="450"/>
              </a:spcBef>
              <a:spcAft>
                <a:spcPts val="0"/>
              </a:spcAft>
              <a:buSzPts val="1800"/>
              <a:buChar char="-"/>
            </a:pPr>
            <a:r>
              <a:rPr lang="en-CA"/>
              <a:t>This family of optimizers has been introduced to solve the issue of gradient descent algorithms.</a:t>
            </a:r>
            <a:endParaRPr/>
          </a:p>
          <a:p>
            <a:pPr indent="-342900" lvl="0" marL="457200" rtl="0" algn="just">
              <a:spcBef>
                <a:spcPts val="0"/>
              </a:spcBef>
              <a:spcAft>
                <a:spcPts val="0"/>
              </a:spcAft>
              <a:buSzPts val="1800"/>
              <a:buChar char="-"/>
            </a:pPr>
            <a:r>
              <a:rPr lang="en-CA"/>
              <a:t>Their most important feature is that they dont require a tuning of the learning rate value.</a:t>
            </a:r>
            <a:endParaRPr/>
          </a:p>
          <a:p>
            <a:pPr indent="0" lvl="0" marL="457200" rtl="0" algn="l">
              <a:spcBef>
                <a:spcPts val="450"/>
              </a:spcBef>
              <a:spcAft>
                <a:spcPts val="0"/>
              </a:spcAft>
              <a:buNone/>
            </a:pPr>
            <a:r>
              <a:t/>
            </a:r>
            <a:endParaRPr/>
          </a:p>
          <a:p>
            <a:pPr indent="0" lvl="0" marL="0" rtl="0" algn="l">
              <a:spcBef>
                <a:spcPts val="45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271832673d3_0_71"/>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Adagrad</a:t>
            </a:r>
            <a:endParaRPr/>
          </a:p>
        </p:txBody>
      </p:sp>
      <p:sp>
        <p:nvSpPr>
          <p:cNvPr id="233" name="Google Shape;233;g271832673d3_0_71"/>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04800" lvl="0" marL="457200" rtl="0" algn="just">
              <a:spcBef>
                <a:spcPts val="450"/>
              </a:spcBef>
              <a:spcAft>
                <a:spcPts val="0"/>
              </a:spcAft>
              <a:buSzPts val="1200"/>
              <a:buChar char="-"/>
            </a:pPr>
            <a:r>
              <a:rPr lang="en-CA" sz="2200" u="sng"/>
              <a:t>It adapts the learning rate to the parameters performing small updates for frequently occurring features and large updates.</a:t>
            </a:r>
            <a:endParaRPr sz="2200" u="sng"/>
          </a:p>
          <a:p>
            <a:pPr indent="-304800" lvl="0" marL="457200" rtl="0" algn="just">
              <a:spcBef>
                <a:spcPts val="0"/>
              </a:spcBef>
              <a:spcAft>
                <a:spcPts val="0"/>
              </a:spcAft>
              <a:buSzPts val="1200"/>
              <a:buChar char="-"/>
            </a:pPr>
            <a:r>
              <a:rPr lang="en-CA" sz="2200"/>
              <a:t>In this way, </a:t>
            </a:r>
            <a:r>
              <a:rPr lang="en-CA" sz="2200" u="sng"/>
              <a:t>the </a:t>
            </a:r>
            <a:r>
              <a:rPr lang="en-CA" sz="2200" u="sng"/>
              <a:t>network</a:t>
            </a:r>
            <a:r>
              <a:rPr lang="en-CA" sz="2200" u="sng"/>
              <a:t> is able to capture </a:t>
            </a:r>
            <a:r>
              <a:rPr lang="en-CA" sz="2200" u="sng"/>
              <a:t>information</a:t>
            </a:r>
            <a:r>
              <a:rPr lang="en-CA" sz="2200" u="sng"/>
              <a:t> belonging to features that are not frequent, putting them in evidence and giving them the right weights</a:t>
            </a:r>
            <a:r>
              <a:rPr lang="en-CA" sz="2200"/>
              <a:t>.</a:t>
            </a:r>
            <a:endParaRPr sz="2200"/>
          </a:p>
          <a:p>
            <a:pPr indent="-304800" lvl="0" marL="457200" rtl="0" algn="just">
              <a:spcBef>
                <a:spcPts val="0"/>
              </a:spcBef>
              <a:spcAft>
                <a:spcPts val="0"/>
              </a:spcAft>
              <a:buSzPts val="1200"/>
              <a:buChar char="-"/>
            </a:pPr>
            <a:r>
              <a:rPr lang="en-CA" sz="2200"/>
              <a:t>The problem of adagrad is adjusts the learning rate for each parameter according to all the past gradients.</a:t>
            </a:r>
            <a:endParaRPr sz="2200"/>
          </a:p>
          <a:p>
            <a:pPr indent="-304800" lvl="0" marL="457200" rtl="0" algn="just">
              <a:spcBef>
                <a:spcPts val="0"/>
              </a:spcBef>
              <a:spcAft>
                <a:spcPts val="0"/>
              </a:spcAft>
              <a:buSzPts val="1200"/>
              <a:buChar char="-"/>
            </a:pPr>
            <a:r>
              <a:rPr lang="en-CA" sz="2200"/>
              <a:t>So, it has the possibility of having a very small learning rate after a high number of steps-resulting from accumulation of all the past gradients.</a:t>
            </a:r>
            <a:endParaRPr sz="2200"/>
          </a:p>
          <a:p>
            <a:pPr indent="-368300" lvl="0" marL="457200" rtl="0" algn="just">
              <a:spcBef>
                <a:spcPts val="0"/>
              </a:spcBef>
              <a:spcAft>
                <a:spcPts val="0"/>
              </a:spcAft>
              <a:buSzPts val="2200"/>
              <a:buChar char="-"/>
            </a:pPr>
            <a:r>
              <a:rPr lang="en-CA" sz="2200"/>
              <a:t>If the learning rate is too much small, we simply can not update the weights and the consequence is that the </a:t>
            </a:r>
            <a:r>
              <a:rPr lang="en-CA" sz="2200"/>
              <a:t>network</a:t>
            </a:r>
            <a:r>
              <a:rPr lang="en-CA" sz="2200"/>
              <a:t> can not learn anything.</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271832673d3_0_77"/>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Adadelta</a:t>
            </a:r>
            <a:endParaRPr/>
          </a:p>
        </p:txBody>
      </p:sp>
      <p:sp>
        <p:nvSpPr>
          <p:cNvPr id="240" name="Google Shape;240;g271832673d3_0_77"/>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just">
              <a:spcBef>
                <a:spcPts val="450"/>
              </a:spcBef>
              <a:spcAft>
                <a:spcPts val="0"/>
              </a:spcAft>
              <a:buSzPts val="1800"/>
              <a:buChar char="-"/>
            </a:pPr>
            <a:r>
              <a:rPr lang="en-CA"/>
              <a:t>It improve the previous algorithm by </a:t>
            </a:r>
            <a:r>
              <a:rPr lang="en-CA" u="sng"/>
              <a:t>introducing a history window which sets a fixed number of past gradients to take in consideration during the training.</a:t>
            </a:r>
            <a:endParaRPr u="sng"/>
          </a:p>
          <a:p>
            <a:pPr indent="-342900" lvl="0" marL="457200" rtl="0" algn="just">
              <a:spcBef>
                <a:spcPts val="0"/>
              </a:spcBef>
              <a:spcAft>
                <a:spcPts val="0"/>
              </a:spcAft>
              <a:buSzPts val="1800"/>
              <a:buChar char="-"/>
            </a:pPr>
            <a:r>
              <a:rPr lang="en-CA"/>
              <a:t>Therefore, the vanishing gradient will disappear.</a:t>
            </a:r>
            <a:endParaRPr/>
          </a:p>
          <a:p>
            <a:pPr indent="0" lvl="0" marL="457200" rtl="0" algn="just">
              <a:spcBef>
                <a:spcPts val="45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271832673d3_0_83"/>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RMSprop</a:t>
            </a:r>
            <a:endParaRPr/>
          </a:p>
        </p:txBody>
      </p:sp>
      <p:sp>
        <p:nvSpPr>
          <p:cNvPr id="247" name="Google Shape;247;g271832673d3_0_83"/>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l">
              <a:spcBef>
                <a:spcPts val="450"/>
              </a:spcBef>
              <a:spcAft>
                <a:spcPts val="0"/>
              </a:spcAft>
              <a:buSzPts val="1800"/>
              <a:buChar char="-"/>
            </a:pPr>
            <a:r>
              <a:rPr lang="en-CA"/>
              <a:t>It is very similar to adadelta. </a:t>
            </a:r>
            <a:endParaRPr/>
          </a:p>
          <a:p>
            <a:pPr indent="-342900" lvl="0" marL="457200" rtl="0" algn="l">
              <a:spcBef>
                <a:spcPts val="0"/>
              </a:spcBef>
              <a:spcAft>
                <a:spcPts val="0"/>
              </a:spcAft>
              <a:buSzPts val="1800"/>
              <a:buChar char="-"/>
            </a:pPr>
            <a:r>
              <a:rPr lang="en-CA"/>
              <a:t>The only difference is in the way that manage the past gradients.</a:t>
            </a:r>
            <a:endParaRPr/>
          </a:p>
          <a:p>
            <a:pPr indent="-342900" lvl="0" marL="457200" rtl="0" algn="l">
              <a:spcBef>
                <a:spcPts val="0"/>
              </a:spcBef>
              <a:spcAft>
                <a:spcPts val="0"/>
              </a:spcAft>
              <a:buSzPts val="1800"/>
              <a:buChar char="-"/>
            </a:pPr>
            <a:r>
              <a:rPr lang="en-CA"/>
              <a:t>This is one of the famous </a:t>
            </a:r>
            <a:r>
              <a:rPr lang="en-CA"/>
              <a:t>optimiser that you could use.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271832673d3_0_89"/>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sz="3000"/>
              <a:t>Adam: Adaptive moment Estimations</a:t>
            </a:r>
            <a:endParaRPr sz="3000"/>
          </a:p>
        </p:txBody>
      </p:sp>
      <p:sp>
        <p:nvSpPr>
          <p:cNvPr id="254" name="Google Shape;254;g271832673d3_0_89"/>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just">
              <a:spcBef>
                <a:spcPts val="450"/>
              </a:spcBef>
              <a:spcAft>
                <a:spcPts val="0"/>
              </a:spcAft>
              <a:buSzPts val="1800"/>
              <a:buChar char="-"/>
            </a:pPr>
            <a:r>
              <a:rPr lang="en-CA"/>
              <a:t>It adds to the advantages of adadelta and RMSprop, the storing of an exponentially decaying average of past gradients similar to momentum.</a:t>
            </a:r>
            <a:endParaRPr/>
          </a:p>
          <a:p>
            <a:pPr indent="-342900" lvl="0" marL="457200" rtl="0" algn="just">
              <a:spcBef>
                <a:spcPts val="0"/>
              </a:spcBef>
              <a:spcAft>
                <a:spcPts val="0"/>
              </a:spcAft>
              <a:buSzPts val="1800"/>
              <a:buChar char="-"/>
            </a:pPr>
            <a:r>
              <a:rPr lang="en-CA" u="sng"/>
              <a:t>Adam is the best among the adaptive optimizers in most of the cases.</a:t>
            </a:r>
            <a:endParaRPr u="sng"/>
          </a:p>
          <a:p>
            <a:pPr indent="-342900" lvl="0" marL="457200" rtl="0" algn="just">
              <a:spcBef>
                <a:spcPts val="0"/>
              </a:spcBef>
              <a:spcAft>
                <a:spcPts val="0"/>
              </a:spcAft>
              <a:buSzPts val="1800"/>
              <a:buChar char="-"/>
            </a:pPr>
            <a:r>
              <a:rPr lang="en-CA"/>
              <a:t>Good with sparse data: </a:t>
            </a:r>
            <a:r>
              <a:rPr lang="en-CA" u="sng"/>
              <a:t>The adaptive learning rate is perfect for this type of datasets.</a:t>
            </a:r>
            <a:endParaRPr u="sng"/>
          </a:p>
          <a:p>
            <a:pPr indent="-342900" lvl="0" marL="457200" rtl="0" algn="just">
              <a:spcBef>
                <a:spcPts val="0"/>
              </a:spcBef>
              <a:spcAft>
                <a:spcPts val="0"/>
              </a:spcAft>
              <a:buSzPts val="1800"/>
              <a:buChar char="-"/>
            </a:pPr>
            <a:r>
              <a:rPr lang="en-CA"/>
              <a:t>It has adaptive learning rate and there is no need to focus on learning rate.</a:t>
            </a:r>
            <a:endParaRPr/>
          </a:p>
        </p:txBody>
      </p:sp>
      <p:sp>
        <p:nvSpPr>
          <p:cNvPr id="255" name="Google Shape;255;g271832673d3_0_89"/>
          <p:cNvSpPr txBox="1"/>
          <p:nvPr/>
        </p:nvSpPr>
        <p:spPr>
          <a:xfrm>
            <a:off x="547575" y="6677250"/>
            <a:ext cx="8607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500">
                <a:solidFill>
                  <a:srgbClr val="4D4D4D"/>
                </a:solidFill>
              </a:rPr>
              <a:t>Reference</a:t>
            </a:r>
            <a:r>
              <a:rPr lang="en-CA" sz="1500" u="sng">
                <a:solidFill>
                  <a:schemeClr val="hlink"/>
                </a:solidFill>
                <a:hlinkClick r:id="rId3"/>
              </a:rPr>
              <a:t>[1]</a:t>
            </a:r>
            <a:endParaRPr sz="1500">
              <a:solidFill>
                <a:srgbClr val="4D4D4D"/>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271832673d3_0_115"/>
          <p:cNvSpPr txBox="1"/>
          <p:nvPr>
            <p:ph type="title"/>
          </p:nvPr>
        </p:nvSpPr>
        <p:spPr>
          <a:xfrm>
            <a:off x="1930400" y="381000"/>
            <a:ext cx="6994500" cy="633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CA"/>
              <a:t>Optimizers</a:t>
            </a:r>
            <a:endParaRPr/>
          </a:p>
        </p:txBody>
      </p:sp>
      <p:sp>
        <p:nvSpPr>
          <p:cNvPr id="262" name="Google Shape;262;g271832673d3_0_115"/>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450"/>
              </a:spcBef>
              <a:spcAft>
                <a:spcPts val="0"/>
              </a:spcAft>
              <a:buNone/>
            </a:pPr>
            <a:r>
              <a:t/>
            </a:r>
            <a:endParaRPr/>
          </a:p>
        </p:txBody>
      </p:sp>
      <p:pic>
        <p:nvPicPr>
          <p:cNvPr id="263" name="Google Shape;263;g271832673d3_0_115"/>
          <p:cNvPicPr preferRelativeResize="0"/>
          <p:nvPr/>
        </p:nvPicPr>
        <p:blipFill>
          <a:blip r:embed="rId3">
            <a:alphaModFix/>
          </a:blip>
          <a:stretch>
            <a:fillRect/>
          </a:stretch>
        </p:blipFill>
        <p:spPr>
          <a:xfrm>
            <a:off x="1619250" y="1577250"/>
            <a:ext cx="5905500" cy="4572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2008-02-14T00:02:49Z</dcterms:created>
  <dc:creator>George Brown College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0x01010092541F4A2AEEDF4DB6E6832E6C073FD1</vt:lpwstr>
  </property>
</Properties>
</file>