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tL1aTAiT5tzPEoDNdi51HKt9S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6" orient="horz"/>
        <p:guide pos="1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Video step by step using google sites to create a portfolio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Can also use other free sites, such as: Weebly, Wix, Go Daddy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Or for more advanced option: WordPress.org (you host the server files) OR WordPress.com (hosted)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3"/>
          <p:cNvCxnSpPr/>
          <p:nvPr/>
        </p:nvCxnSpPr>
        <p:spPr>
          <a:xfrm>
            <a:off x="-6350" y="6565900"/>
            <a:ext cx="9150350" cy="0"/>
          </a:xfrm>
          <a:prstGeom prst="straightConnector1">
            <a:avLst/>
          </a:prstGeom>
          <a:noFill/>
          <a:ln cap="flat" cmpd="sng" w="57150">
            <a:solidFill>
              <a:srgbClr val="7482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3"/>
          <p:cNvSpPr/>
          <p:nvPr/>
        </p:nvSpPr>
        <p:spPr>
          <a:xfrm>
            <a:off x="1652588" y="0"/>
            <a:ext cx="7497762" cy="1065213"/>
          </a:xfrm>
          <a:prstGeom prst="rect">
            <a:avLst/>
          </a:prstGeom>
          <a:solidFill>
            <a:srgbClr val="748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3"/>
          <p:cNvPicPr preferRelativeResize="0"/>
          <p:nvPr/>
        </p:nvPicPr>
        <p:blipFill rotWithShape="1">
          <a:blip r:embed="rId2">
            <a:alphaModFix/>
          </a:blip>
          <a:srcRect b="2047" l="1305" r="1262" t="2190"/>
          <a:stretch/>
        </p:blipFill>
        <p:spPr>
          <a:xfrm>
            <a:off x="0" y="0"/>
            <a:ext cx="1652588" cy="1065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288" y="114300"/>
            <a:ext cx="5930900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3"/>
          <p:cNvSpPr txBox="1"/>
          <p:nvPr>
            <p:ph type="ctrTitle"/>
          </p:nvPr>
        </p:nvSpPr>
        <p:spPr>
          <a:xfrm>
            <a:off x="1955800" y="517525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1100"/>
              </a:spcBef>
              <a:spcAft>
                <a:spcPts val="0"/>
              </a:spcAft>
              <a:buSzPts val="4400"/>
              <a:buFont typeface="Noto Sans Symbols"/>
              <a:buNone/>
              <a:defRPr b="1" sz="4400"/>
            </a:lvl1pPr>
            <a:lvl2pPr lvl="1" algn="l">
              <a:spcBef>
                <a:spcPts val="110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35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7" name="Google Shape;37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8" name="Google Shape;38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8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50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 rot="5400000">
            <a:off x="4994275" y="2195513"/>
            <a:ext cx="5745163" cy="211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" type="body"/>
          </p:nvPr>
        </p:nvSpPr>
        <p:spPr>
          <a:xfrm rot="5400000">
            <a:off x="684213" y="153987"/>
            <a:ext cx="5745163" cy="619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/>
          <p:nvPr>
            <p:ph idx="2" type="dgm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2"/>
          <p:cNvCxnSpPr/>
          <p:nvPr/>
        </p:nvCxnSpPr>
        <p:spPr>
          <a:xfrm>
            <a:off x="-6350" y="6565900"/>
            <a:ext cx="9150350" cy="0"/>
          </a:xfrm>
          <a:prstGeom prst="straightConnector1">
            <a:avLst/>
          </a:prstGeom>
          <a:noFill/>
          <a:ln cap="flat" cmpd="sng" w="57150">
            <a:solidFill>
              <a:srgbClr val="7482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2"/>
          <p:cNvSpPr/>
          <p:nvPr/>
        </p:nvSpPr>
        <p:spPr>
          <a:xfrm>
            <a:off x="1652588" y="0"/>
            <a:ext cx="7497762" cy="1065213"/>
          </a:xfrm>
          <a:prstGeom prst="rect">
            <a:avLst/>
          </a:prstGeom>
          <a:solidFill>
            <a:srgbClr val="748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2"/>
          <p:cNvPicPr preferRelativeResize="0"/>
          <p:nvPr/>
        </p:nvPicPr>
        <p:blipFill rotWithShape="1">
          <a:blip r:embed="rId1">
            <a:alphaModFix/>
          </a:blip>
          <a:srcRect b="2047" l="1305" r="1262" t="2190"/>
          <a:stretch/>
        </p:blipFill>
        <p:spPr>
          <a:xfrm>
            <a:off x="0" y="0"/>
            <a:ext cx="1652588" cy="1065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6288" y="114300"/>
            <a:ext cx="5930900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2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9axgV_cPtlU" TargetMode="External"/><Relationship Id="rId4" Type="http://schemas.openxmlformats.org/officeDocument/2006/relationships/hyperlink" Target="https://www.youtube.com/watch?v=9axgV_cPtlU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9axgV_cPtlU" TargetMode="External"/><Relationship Id="rId4" Type="http://schemas.openxmlformats.org/officeDocument/2006/relationships/hyperlink" Target="https://sites.google.com/view/portfolio-tem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CA"/>
              <a:t>Portfolios &amp; Networking Calling Cards</a:t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CA" sz="3200"/>
              <a:t>What is the Purpose of a Portfolio?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idx="1" type="subTitle"/>
          </p:nvPr>
        </p:nvSpPr>
        <p:spPr>
          <a:xfrm>
            <a:off x="838200" y="2041525"/>
            <a:ext cx="7467600" cy="3471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A portfolio is a collection of best work, demonstrated by artefacts which represent your collective knowledge, understanding, and experience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A portfolio provides employers with an opportunity to recognize the critical skills and abilities that you hold, and links to how they have been developed.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It is a ‘living’ document which you use to capture    experiences, reflect and learn from experience, recognize patterns of success, and determine future focus.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idx="1" type="subTitle"/>
          </p:nvPr>
        </p:nvSpPr>
        <p:spPr>
          <a:xfrm>
            <a:off x="838200" y="1550988"/>
            <a:ext cx="7467600" cy="449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CA" sz="3200"/>
              <a:t>What are you demonstrating…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Problem solving skills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Communication skills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Technical skills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Teamwork skills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Leadership skills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Confidence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Initiative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Goal-achievement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Desire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idx="1" type="subTitle"/>
          </p:nvPr>
        </p:nvSpPr>
        <p:spPr>
          <a:xfrm>
            <a:off x="838200" y="1271588"/>
            <a:ext cx="7467600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CA" sz="3200"/>
              <a:t>Sample Sections Within a Portfolio</a:t>
            </a:r>
            <a:endParaRPr/>
          </a:p>
          <a:p>
            <a:pPr indent="-342900" lvl="0" marL="342900" rtl="0" algn="l">
              <a:spcBef>
                <a:spcPts val="13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Summary of Portfolio/Biography of yourself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Table of Contents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Statement of Career Goal/Resume/Cover Letter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Work Samples (separate school and professional)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Certificates/Degrees and Academic Awards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Academic Record/Transcript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Community Service/Volunteer Work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Copies of Letters of Recommendation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Copies of Awards and Recognition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idx="1" type="subTitle"/>
          </p:nvPr>
        </p:nvSpPr>
        <p:spPr>
          <a:xfrm>
            <a:off x="838200" y="1576388"/>
            <a:ext cx="7467600" cy="45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CA" sz="3200"/>
              <a:t>Benefits of Developing a Portfolio</a:t>
            </a:r>
            <a:endParaRPr/>
          </a:p>
          <a:p>
            <a:pPr indent="-342900" lvl="0" marL="342900" rtl="0" algn="l">
              <a:spcBef>
                <a:spcPts val="13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Portfolio development requires that you reflect on how you intend to market yourself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Portfolio development requires that you verbalize your past talents, skills and achievements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Portfolio development requires that you reflect on your best work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Portfolio development allows you to be creative in your sales process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idx="1" type="subTitle"/>
          </p:nvPr>
        </p:nvSpPr>
        <p:spPr>
          <a:xfrm>
            <a:off x="838200" y="2261419"/>
            <a:ext cx="7467600" cy="1899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 u="sng">
              <a:solidFill>
                <a:schemeClr val="hlink"/>
              </a:solidFill>
              <a:hlinkClick r:id="rId3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3200"/>
              <a:buNone/>
            </a:pPr>
            <a:r>
              <a:rPr lang="en-CA" sz="3200" u="sng">
                <a:solidFill>
                  <a:schemeClr val="hlink"/>
                </a:solidFill>
                <a:hlinkClick r:id="rId4"/>
              </a:rPr>
              <a:t>https://www.youtube.com/watch?v=9axgV_cPtlU</a:t>
            </a:r>
            <a:endParaRPr sz="3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101" name="Google Shape;101;p7"/>
          <p:cNvSpPr txBox="1"/>
          <p:nvPr/>
        </p:nvSpPr>
        <p:spPr>
          <a:xfrm>
            <a:off x="943896" y="1710813"/>
            <a:ext cx="74675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How to Create a Portfolio Using Google Sites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idx="1" type="subTitle"/>
          </p:nvPr>
        </p:nvSpPr>
        <p:spPr>
          <a:xfrm>
            <a:off x="838200" y="2261419"/>
            <a:ext cx="7467600" cy="1899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 u="sng">
              <a:solidFill>
                <a:schemeClr val="hlink"/>
              </a:solidFill>
              <a:hlinkClick r:id="rId3"/>
            </a:endParaRPr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SzPts val="2000"/>
              <a:buNone/>
            </a:pPr>
            <a:r>
              <a:rPr lang="en-CA" sz="20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https://sites.google.com/view/portfolio-temp</a:t>
            </a:r>
            <a:endParaRPr sz="2000"/>
          </a:p>
        </p:txBody>
      </p:sp>
      <p:sp>
        <p:nvSpPr>
          <p:cNvPr id="108" name="Google Shape;108;p8"/>
          <p:cNvSpPr txBox="1"/>
          <p:nvPr/>
        </p:nvSpPr>
        <p:spPr>
          <a:xfrm>
            <a:off x="943896" y="1710813"/>
            <a:ext cx="74675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Sample Portfolio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CA"/>
              <a:t>Networking Calling Cards</a:t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idx="1" type="subTitle"/>
          </p:nvPr>
        </p:nvSpPr>
        <p:spPr>
          <a:xfrm>
            <a:off x="838200" y="1258888"/>
            <a:ext cx="7467600" cy="5141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CA" sz="3200"/>
              <a:t>Networking Calling Cards</a:t>
            </a:r>
            <a:endParaRPr/>
          </a:p>
          <a:p>
            <a:pPr indent="-342900" lvl="0" marL="342900" rtl="0" algn="l">
              <a:spcBef>
                <a:spcPts val="13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When you are job searching, networking calling cards can provide you with a professional and socially appropriate way to share your contact information with people who may be good business contacts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Your networking cards will be very useful at any time when you meet someone who would be a good business contact and may be able to provide you with job leads or other support related to your job search – including enhancing your network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lang="en-CA" sz="2000"/>
              <a:t>Use your networking calling card to provide people with your contact information when you either do not have a resume with you, or it would not feel socially appropriate to hand your resume to that person at that time.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idx="1" type="body"/>
          </p:nvPr>
        </p:nvSpPr>
        <p:spPr>
          <a:xfrm>
            <a:off x="404813" y="1417638"/>
            <a:ext cx="8229600" cy="4933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1" lang="en-CA" sz="3200"/>
              <a:t>Networking Calling Cards Sample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 sz="3200"/>
          </a:p>
        </p:txBody>
      </p:sp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567" y="2619634"/>
            <a:ext cx="5104865" cy="3397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2008-02-14T00:02:49Z</dcterms:created>
  <dc:creator>George Brown College;Centre for Arts &amp; Design</dc:creator>
</cp:coreProperties>
</file>