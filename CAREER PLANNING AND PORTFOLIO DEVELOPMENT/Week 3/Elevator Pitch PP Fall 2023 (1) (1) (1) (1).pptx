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7010400" cy="9296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66">
          <p15:clr>
            <a:srgbClr val="A4A3A4"/>
          </p15:clr>
        </p15:guide>
        <p15:guide id="2" pos="1292">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1" roundtripDataSignature="AMtx7mg7KT4QFNJHW+Qk69N6natZjJKd5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51"/>
  </p:normalViewPr>
  <p:slideViewPr>
    <p:cSldViewPr snapToGrid="0">
      <p:cViewPr varScale="1">
        <p:scale>
          <a:sx n="110" d="100"/>
          <a:sy n="110" d="100"/>
        </p:scale>
        <p:origin x="1680" y="176"/>
      </p:cViewPr>
      <p:guideLst>
        <p:guide orient="horz" pos="566"/>
        <p:guide pos="129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38475" cy="465138"/>
          </a:xfrm>
          <a:prstGeom prst="rect">
            <a:avLst/>
          </a:prstGeom>
          <a:noFill/>
          <a:ln>
            <a:noFill/>
          </a:ln>
        </p:spPr>
        <p:txBody>
          <a:bodyPr spcFirstLastPara="1" wrap="square" lIns="93175" tIns="46575" rIns="93175" bIns="46575"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970338" y="0"/>
            <a:ext cx="3038475" cy="465138"/>
          </a:xfrm>
          <a:prstGeom prst="rect">
            <a:avLst/>
          </a:prstGeom>
          <a:noFill/>
          <a:ln>
            <a:noFill/>
          </a:ln>
        </p:spPr>
        <p:txBody>
          <a:bodyPr spcFirstLastPara="1" wrap="square" lIns="93175" tIns="46575" rIns="93175" bIns="46575"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1675" y="4416425"/>
            <a:ext cx="5607050" cy="4183063"/>
          </a:xfrm>
          <a:prstGeom prst="rect">
            <a:avLst/>
          </a:prstGeom>
          <a:noFill/>
          <a:ln>
            <a:noFill/>
          </a:ln>
        </p:spPr>
        <p:txBody>
          <a:bodyPr spcFirstLastPara="1" wrap="square" lIns="93175" tIns="46575" rIns="93175" bIns="46575"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829675"/>
            <a:ext cx="3038475" cy="465138"/>
          </a:xfrm>
          <a:prstGeom prst="rect">
            <a:avLst/>
          </a:prstGeom>
          <a:noFill/>
          <a:ln>
            <a:noFill/>
          </a:ln>
        </p:spPr>
        <p:txBody>
          <a:bodyPr spcFirstLastPara="1" wrap="square" lIns="93175" tIns="46575" rIns="93175" bIns="46575"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970338" y="8829675"/>
            <a:ext cx="3038475" cy="465138"/>
          </a:xfrm>
          <a:prstGeom prst="rect">
            <a:avLst/>
          </a:prstGeom>
          <a:noFill/>
          <a:ln>
            <a:noFill/>
          </a:ln>
        </p:spPr>
        <p:txBody>
          <a:bodyPr spcFirstLastPara="1" wrap="square" lIns="93175" tIns="46575" rIns="93175" bIns="46575" anchor="b" anchorCtr="0">
            <a:noAutofit/>
          </a:bodyPr>
          <a:lstStyle/>
          <a:p>
            <a:pPr marL="0" marR="0" lvl="0" indent="0" algn="r" rtl="0">
              <a:spcBef>
                <a:spcPts val="0"/>
              </a:spcBef>
              <a:spcAft>
                <a:spcPts val="0"/>
              </a:spcAft>
              <a:buNone/>
            </a:pPr>
            <a:fld id="{00000000-1234-1234-1234-123412341234}" type="slidenum">
              <a:rPr lang="en-CA"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1: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1" name="Google Shape;61;p1:notes"/>
          <p:cNvSpPr txBox="1">
            <a:spLocks noGrp="1"/>
          </p:cNvSpPr>
          <p:nvPr>
            <p:ph type="body" idx="1"/>
          </p:nvPr>
        </p:nvSpPr>
        <p:spPr>
          <a:xfrm>
            <a:off x="701675" y="4416425"/>
            <a:ext cx="5607050" cy="4183063"/>
          </a:xfrm>
          <a:prstGeom prst="rect">
            <a:avLst/>
          </a:prstGeom>
          <a:noFill/>
          <a:ln>
            <a:noFill/>
          </a:ln>
        </p:spPr>
        <p:txBody>
          <a:bodyPr spcFirstLastPara="1" wrap="square" lIns="93175" tIns="46575" rIns="93175" bIns="46575" anchor="t" anchorCtr="0">
            <a:noAutofit/>
          </a:bodyPr>
          <a:lstStyle/>
          <a:p>
            <a:pPr marL="0" lvl="0" indent="0" algn="l" rtl="0">
              <a:spcBef>
                <a:spcPts val="0"/>
              </a:spcBef>
              <a:spcAft>
                <a:spcPts val="0"/>
              </a:spcAft>
              <a:buNone/>
            </a:pPr>
            <a:r>
              <a:rPr lang="en-CA"/>
              <a:t>This article is a good resource for us to use when discussing this topic</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CA"/>
              <a:t>https://enterprisersproject.com/article/2019/10/10-soft-skills-it-teams</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62" name="Google Shape;62;p1:notes"/>
          <p:cNvSpPr txBox="1">
            <a:spLocks noGrp="1"/>
          </p:cNvSpPr>
          <p:nvPr>
            <p:ph type="sldNum" idx="12"/>
          </p:nvPr>
        </p:nvSpPr>
        <p:spPr>
          <a:xfrm>
            <a:off x="3970338" y="8829675"/>
            <a:ext cx="3038475" cy="465138"/>
          </a:xfrm>
          <a:prstGeom prst="rect">
            <a:avLst/>
          </a:prstGeom>
          <a:noFill/>
          <a:ln>
            <a:noFill/>
          </a:ln>
        </p:spPr>
        <p:txBody>
          <a:bodyPr spcFirstLastPara="1" wrap="square" lIns="93175" tIns="46575" rIns="93175" bIns="46575" anchor="b" anchorCtr="0">
            <a:noAutofit/>
          </a:bodyPr>
          <a:lstStyle/>
          <a:p>
            <a:pPr marL="0" marR="0" lvl="0" indent="0" algn="r" rtl="0">
              <a:spcBef>
                <a:spcPts val="0"/>
              </a:spcBef>
              <a:spcAft>
                <a:spcPts val="0"/>
              </a:spcAft>
              <a:buNone/>
            </a:pPr>
            <a:fld id="{00000000-1234-1234-1234-123412341234}" type="slidenum">
              <a:rPr lang="en-CA" sz="1200" b="0" i="0" u="none" strike="noStrike" cap="none">
                <a:solidFill>
                  <a:schemeClr val="dk1"/>
                </a:solidFill>
                <a:latin typeface="Arial"/>
                <a:ea typeface="Arial"/>
                <a:cs typeface="Arial"/>
                <a:sym typeface="Arial"/>
              </a:rPr>
              <a:t>1</a:t>
            </a:fld>
            <a:endParaRPr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701675" y="4416425"/>
            <a:ext cx="5607050" cy="4183063"/>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67" name="Google Shape;67;p2: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3:notes"/>
          <p:cNvSpPr txBox="1">
            <a:spLocks noGrp="1"/>
          </p:cNvSpPr>
          <p:nvPr>
            <p:ph type="body" idx="1"/>
          </p:nvPr>
        </p:nvSpPr>
        <p:spPr>
          <a:xfrm>
            <a:off x="701675" y="4416425"/>
            <a:ext cx="5607050" cy="4183063"/>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73" name="Google Shape;73;p3: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4:notes"/>
          <p:cNvSpPr txBox="1">
            <a:spLocks noGrp="1"/>
          </p:cNvSpPr>
          <p:nvPr>
            <p:ph type="body" idx="1"/>
          </p:nvPr>
        </p:nvSpPr>
        <p:spPr>
          <a:xfrm>
            <a:off x="701675" y="4416425"/>
            <a:ext cx="5607050" cy="4183063"/>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79" name="Google Shape;79;p4: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5:notes"/>
          <p:cNvSpPr txBox="1">
            <a:spLocks noGrp="1"/>
          </p:cNvSpPr>
          <p:nvPr>
            <p:ph type="body" idx="1"/>
          </p:nvPr>
        </p:nvSpPr>
        <p:spPr>
          <a:xfrm>
            <a:off x="701675" y="4416425"/>
            <a:ext cx="5607050" cy="4183063"/>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85" name="Google Shape;85;p5: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6:notes"/>
          <p:cNvSpPr txBox="1">
            <a:spLocks noGrp="1"/>
          </p:cNvSpPr>
          <p:nvPr>
            <p:ph type="body" idx="1"/>
          </p:nvPr>
        </p:nvSpPr>
        <p:spPr>
          <a:xfrm>
            <a:off x="701675" y="4416425"/>
            <a:ext cx="5607050" cy="4183063"/>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91" name="Google Shape;91;p6: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7:notes"/>
          <p:cNvSpPr txBox="1">
            <a:spLocks noGrp="1"/>
          </p:cNvSpPr>
          <p:nvPr>
            <p:ph type="body" idx="1"/>
          </p:nvPr>
        </p:nvSpPr>
        <p:spPr>
          <a:xfrm>
            <a:off x="701675" y="4416425"/>
            <a:ext cx="5607050" cy="4183063"/>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97" name="Google Shape;97;p7: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8:notes"/>
          <p:cNvSpPr txBox="1">
            <a:spLocks noGrp="1"/>
          </p:cNvSpPr>
          <p:nvPr>
            <p:ph type="body" idx="1"/>
          </p:nvPr>
        </p:nvSpPr>
        <p:spPr>
          <a:xfrm>
            <a:off x="701675" y="4416425"/>
            <a:ext cx="5607050" cy="4183063"/>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03" name="Google Shape;103;p8: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9:notes"/>
          <p:cNvSpPr txBox="1">
            <a:spLocks noGrp="1"/>
          </p:cNvSpPr>
          <p:nvPr>
            <p:ph type="body" idx="1"/>
          </p:nvPr>
        </p:nvSpPr>
        <p:spPr>
          <a:xfrm>
            <a:off x="701675" y="4416425"/>
            <a:ext cx="5607050" cy="4183063"/>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09" name="Google Shape;109;p9: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10:notes"/>
          <p:cNvSpPr txBox="1">
            <a:spLocks noGrp="1"/>
          </p:cNvSpPr>
          <p:nvPr>
            <p:ph type="body" idx="1"/>
          </p:nvPr>
        </p:nvSpPr>
        <p:spPr>
          <a:xfrm>
            <a:off x="701675" y="4416425"/>
            <a:ext cx="5607050" cy="4183063"/>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15" name="Google Shape;115;p10: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11:notes"/>
          <p:cNvSpPr txBox="1">
            <a:spLocks noGrp="1"/>
          </p:cNvSpPr>
          <p:nvPr>
            <p:ph type="body" idx="1"/>
          </p:nvPr>
        </p:nvSpPr>
        <p:spPr>
          <a:xfrm>
            <a:off x="701675" y="4416425"/>
            <a:ext cx="5607050" cy="4183063"/>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21" name="Google Shape;121;p11: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12:notes"/>
          <p:cNvSpPr txBox="1">
            <a:spLocks noGrp="1"/>
          </p:cNvSpPr>
          <p:nvPr>
            <p:ph type="body" idx="1"/>
          </p:nvPr>
        </p:nvSpPr>
        <p:spPr>
          <a:xfrm>
            <a:off x="701675" y="4416425"/>
            <a:ext cx="5607050" cy="4183063"/>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27" name="Google Shape;127;p12: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13:notes"/>
          <p:cNvSpPr txBox="1">
            <a:spLocks noGrp="1"/>
          </p:cNvSpPr>
          <p:nvPr>
            <p:ph type="body" idx="1"/>
          </p:nvPr>
        </p:nvSpPr>
        <p:spPr>
          <a:xfrm>
            <a:off x="701675" y="4416425"/>
            <a:ext cx="5607050" cy="4183063"/>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33" name="Google Shape;133;p13: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4:notes"/>
          <p:cNvSpPr txBox="1">
            <a:spLocks noGrp="1"/>
          </p:cNvSpPr>
          <p:nvPr>
            <p:ph type="body" idx="1"/>
          </p:nvPr>
        </p:nvSpPr>
        <p:spPr>
          <a:xfrm>
            <a:off x="701675" y="4416425"/>
            <a:ext cx="5607050" cy="4183063"/>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39" name="Google Shape;139;p14: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5:notes"/>
          <p:cNvSpPr txBox="1">
            <a:spLocks noGrp="1"/>
          </p:cNvSpPr>
          <p:nvPr>
            <p:ph type="body" idx="1"/>
          </p:nvPr>
        </p:nvSpPr>
        <p:spPr>
          <a:xfrm>
            <a:off x="701675" y="4416425"/>
            <a:ext cx="5607050" cy="4183063"/>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45" name="Google Shape;145;p15: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bg>
      <p:bgPr>
        <a:solidFill>
          <a:schemeClr val="lt1"/>
        </a:solidFill>
        <a:effectLst/>
      </p:bgPr>
    </p:bg>
    <p:spTree>
      <p:nvGrpSpPr>
        <p:cNvPr id="1" name="Shape 16"/>
        <p:cNvGrpSpPr/>
        <p:nvPr/>
      </p:nvGrpSpPr>
      <p:grpSpPr>
        <a:xfrm>
          <a:off x="0" y="0"/>
          <a:ext cx="0" cy="0"/>
          <a:chOff x="0" y="0"/>
          <a:chExt cx="0" cy="0"/>
        </a:xfrm>
      </p:grpSpPr>
      <p:cxnSp>
        <p:nvCxnSpPr>
          <p:cNvPr id="17" name="Google Shape;17;p17"/>
          <p:cNvCxnSpPr/>
          <p:nvPr/>
        </p:nvCxnSpPr>
        <p:spPr>
          <a:xfrm>
            <a:off x="-6350" y="6565900"/>
            <a:ext cx="9150350" cy="0"/>
          </a:xfrm>
          <a:prstGeom prst="straightConnector1">
            <a:avLst/>
          </a:prstGeom>
          <a:noFill/>
          <a:ln w="57150" cap="flat" cmpd="sng">
            <a:solidFill>
              <a:srgbClr val="7482BF"/>
            </a:solidFill>
            <a:prstDash val="solid"/>
            <a:round/>
            <a:headEnd type="none" w="sm" len="sm"/>
            <a:tailEnd type="none" w="sm" len="sm"/>
          </a:ln>
        </p:spPr>
      </p:cxnSp>
      <p:sp>
        <p:nvSpPr>
          <p:cNvPr id="18" name="Google Shape;18;p17"/>
          <p:cNvSpPr/>
          <p:nvPr/>
        </p:nvSpPr>
        <p:spPr>
          <a:xfrm>
            <a:off x="1652588" y="0"/>
            <a:ext cx="7497762" cy="1065213"/>
          </a:xfrm>
          <a:prstGeom prst="rect">
            <a:avLst/>
          </a:prstGeom>
          <a:solidFill>
            <a:srgbClr val="7482B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19" name="Google Shape;19;p17"/>
          <p:cNvPicPr preferRelativeResize="0"/>
          <p:nvPr/>
        </p:nvPicPr>
        <p:blipFill rotWithShape="1">
          <a:blip r:embed="rId2">
            <a:alphaModFix/>
          </a:blip>
          <a:srcRect l="1305" t="2190" r="1262" b="2047"/>
          <a:stretch/>
        </p:blipFill>
        <p:spPr>
          <a:xfrm>
            <a:off x="0" y="0"/>
            <a:ext cx="1652588" cy="1065213"/>
          </a:xfrm>
          <a:prstGeom prst="rect">
            <a:avLst/>
          </a:prstGeom>
          <a:noFill/>
          <a:ln>
            <a:noFill/>
          </a:ln>
        </p:spPr>
      </p:pic>
      <p:pic>
        <p:nvPicPr>
          <p:cNvPr id="20" name="Google Shape;20;p17"/>
          <p:cNvPicPr preferRelativeResize="0"/>
          <p:nvPr/>
        </p:nvPicPr>
        <p:blipFill rotWithShape="1">
          <a:blip r:embed="rId3">
            <a:alphaModFix/>
          </a:blip>
          <a:srcRect/>
          <a:stretch/>
        </p:blipFill>
        <p:spPr>
          <a:xfrm>
            <a:off x="2046288" y="114300"/>
            <a:ext cx="5930900" cy="241300"/>
          </a:xfrm>
          <a:prstGeom prst="rect">
            <a:avLst/>
          </a:prstGeom>
          <a:noFill/>
          <a:ln>
            <a:noFill/>
          </a:ln>
        </p:spPr>
      </p:pic>
      <p:sp>
        <p:nvSpPr>
          <p:cNvPr id="21" name="Google Shape;21;p17"/>
          <p:cNvSpPr txBox="1">
            <a:spLocks noGrp="1"/>
          </p:cNvSpPr>
          <p:nvPr>
            <p:ph type="ctrTitle"/>
          </p:nvPr>
        </p:nvSpPr>
        <p:spPr>
          <a:xfrm>
            <a:off x="1955800" y="517525"/>
            <a:ext cx="7188200" cy="4318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7"/>
          <p:cNvSpPr txBox="1">
            <a:spLocks noGrp="1"/>
          </p:cNvSpPr>
          <p:nvPr>
            <p:ph type="subTitle" idx="1"/>
          </p:nvPr>
        </p:nvSpPr>
        <p:spPr>
          <a:xfrm>
            <a:off x="838200" y="2408238"/>
            <a:ext cx="7467600" cy="1752600"/>
          </a:xfrm>
          <a:prstGeom prst="rect">
            <a:avLst/>
          </a:prstGeom>
          <a:noFill/>
          <a:ln>
            <a:noFill/>
          </a:ln>
        </p:spPr>
        <p:txBody>
          <a:bodyPr spcFirstLastPara="1" wrap="square" lIns="91425" tIns="45700" rIns="91425" bIns="45700" anchor="t" anchorCtr="0">
            <a:noAutofit/>
          </a:bodyPr>
          <a:lstStyle>
            <a:lvl1pPr lvl="0" algn="ctr">
              <a:spcBef>
                <a:spcPts val="1100"/>
              </a:spcBef>
              <a:spcAft>
                <a:spcPts val="0"/>
              </a:spcAft>
              <a:buSzPts val="4400"/>
              <a:buFont typeface="Noto Sans Symbols"/>
              <a:buNone/>
              <a:defRPr sz="4400" b="1"/>
            </a:lvl1pPr>
            <a:lvl2pPr lvl="1" algn="l">
              <a:spcBef>
                <a:spcPts val="1100"/>
              </a:spcBef>
              <a:spcAft>
                <a:spcPts val="0"/>
              </a:spcAft>
              <a:buSzPts val="1800"/>
              <a:buChar char="–"/>
              <a:defRPr/>
            </a:lvl2pPr>
            <a:lvl3pPr lvl="2" algn="l">
              <a:spcBef>
                <a:spcPts val="450"/>
              </a:spcBef>
              <a:spcAft>
                <a:spcPts val="0"/>
              </a:spcAft>
              <a:buSzPts val="1800"/>
              <a:buChar char="•"/>
              <a:defRPr/>
            </a:lvl3pPr>
            <a:lvl4pPr lvl="3" algn="l">
              <a:spcBef>
                <a:spcPts val="450"/>
              </a:spcBef>
              <a:spcAft>
                <a:spcPts val="0"/>
              </a:spcAft>
              <a:buSzPts val="1800"/>
              <a:buChar char="–"/>
              <a:defRPr/>
            </a:lvl4pPr>
            <a:lvl5pPr lvl="4" algn="l">
              <a:spcBef>
                <a:spcPts val="450"/>
              </a:spcBef>
              <a:spcAft>
                <a:spcPts val="0"/>
              </a:spcAft>
              <a:buSzPts val="1800"/>
              <a:buChar char="»"/>
              <a:defRPr/>
            </a:lvl5pPr>
            <a:lvl6pPr lvl="5" algn="l">
              <a:spcBef>
                <a:spcPts val="450"/>
              </a:spcBef>
              <a:spcAft>
                <a:spcPts val="0"/>
              </a:spcAft>
              <a:buSzPts val="1800"/>
              <a:buChar char="»"/>
              <a:defRPr/>
            </a:lvl6pPr>
            <a:lvl7pPr lvl="6" algn="l">
              <a:spcBef>
                <a:spcPts val="450"/>
              </a:spcBef>
              <a:spcAft>
                <a:spcPts val="0"/>
              </a:spcAft>
              <a:buSzPts val="1800"/>
              <a:buChar char="»"/>
              <a:defRPr/>
            </a:lvl7pPr>
            <a:lvl8pPr lvl="7" algn="l">
              <a:spcBef>
                <a:spcPts val="450"/>
              </a:spcBef>
              <a:spcAft>
                <a:spcPts val="0"/>
              </a:spcAft>
              <a:buSzPts val="1800"/>
              <a:buChar char="»"/>
              <a:defRPr/>
            </a:lvl8pPr>
            <a:lvl9pPr lvl="8" algn="l">
              <a:spcBef>
                <a:spcPts val="450"/>
              </a:spcBef>
              <a:spcAft>
                <a:spcPts val="450"/>
              </a:spcAft>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18"/>
          <p:cNvSpPr txBox="1">
            <a:spLocks noGrp="1"/>
          </p:cNvSpPr>
          <p:nvPr>
            <p:ph type="title"/>
          </p:nvPr>
        </p:nvSpPr>
        <p:spPr>
          <a:xfrm>
            <a:off x="1930400" y="381000"/>
            <a:ext cx="6994525" cy="63341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lvl="0" indent="-342900" algn="l">
              <a:spcBef>
                <a:spcPts val="450"/>
              </a:spcBef>
              <a:spcAft>
                <a:spcPts val="0"/>
              </a:spcAft>
              <a:buSzPts val="1800"/>
              <a:buChar char="▪"/>
              <a:defRPr/>
            </a:lvl1pPr>
            <a:lvl2pPr marL="914400" lvl="1" indent="-342900" algn="l">
              <a:spcBef>
                <a:spcPts val="450"/>
              </a:spcBef>
              <a:spcAft>
                <a:spcPts val="0"/>
              </a:spcAft>
              <a:buSzPts val="1800"/>
              <a:buChar char="–"/>
              <a:defRPr/>
            </a:lvl2pPr>
            <a:lvl3pPr marL="1371600" lvl="2" indent="-342900" algn="l">
              <a:spcBef>
                <a:spcPts val="450"/>
              </a:spcBef>
              <a:spcAft>
                <a:spcPts val="0"/>
              </a:spcAft>
              <a:buSzPts val="1800"/>
              <a:buChar char="•"/>
              <a:defRPr/>
            </a:lvl3pPr>
            <a:lvl4pPr marL="1828800" lvl="3" indent="-342900" algn="l">
              <a:spcBef>
                <a:spcPts val="450"/>
              </a:spcBef>
              <a:spcAft>
                <a:spcPts val="0"/>
              </a:spcAft>
              <a:buSzPts val="1800"/>
              <a:buChar char="–"/>
              <a:defRPr/>
            </a:lvl4pPr>
            <a:lvl5pPr marL="2286000" lvl="4" indent="-342900" algn="l">
              <a:spcBef>
                <a:spcPts val="450"/>
              </a:spcBef>
              <a:spcAft>
                <a:spcPts val="0"/>
              </a:spcAft>
              <a:buSzPts val="1800"/>
              <a:buChar char="»"/>
              <a:defRPr/>
            </a:lvl5pPr>
            <a:lvl6pPr marL="2743200" lvl="5" indent="-342900" algn="l">
              <a:spcBef>
                <a:spcPts val="450"/>
              </a:spcBef>
              <a:spcAft>
                <a:spcPts val="0"/>
              </a:spcAft>
              <a:buSzPts val="1800"/>
              <a:buChar char="»"/>
              <a:defRPr/>
            </a:lvl6pPr>
            <a:lvl7pPr marL="3200400" lvl="6" indent="-342900" algn="l">
              <a:spcBef>
                <a:spcPts val="450"/>
              </a:spcBef>
              <a:spcAft>
                <a:spcPts val="0"/>
              </a:spcAft>
              <a:buSzPts val="1800"/>
              <a:buChar char="»"/>
              <a:defRPr/>
            </a:lvl7pPr>
            <a:lvl8pPr marL="3657600" lvl="7" indent="-342900" algn="l">
              <a:spcBef>
                <a:spcPts val="450"/>
              </a:spcBef>
              <a:spcAft>
                <a:spcPts val="0"/>
              </a:spcAft>
              <a:buSzPts val="1800"/>
              <a:buChar char="»"/>
              <a:defRPr/>
            </a:lvl8pPr>
            <a:lvl9pPr marL="4114800" lvl="8" indent="-342900" algn="l">
              <a:spcBef>
                <a:spcPts val="450"/>
              </a:spcBef>
              <a:spcAft>
                <a:spcPts val="450"/>
              </a:spcAft>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6"/>
        <p:cNvGrpSpPr/>
        <p:nvPr/>
      </p:nvGrpSpPr>
      <p:grpSpPr>
        <a:xfrm>
          <a:off x="0" y="0"/>
          <a:ext cx="0" cy="0"/>
          <a:chOff x="0" y="0"/>
          <a:chExt cx="0" cy="0"/>
        </a:xfrm>
      </p:grpSpPr>
      <p:sp>
        <p:nvSpPr>
          <p:cNvPr id="27" name="Google Shape;27;p19"/>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9"/>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500"/>
              </a:spcBef>
              <a:spcAft>
                <a:spcPts val="0"/>
              </a:spcAft>
              <a:buSzPts val="2000"/>
              <a:buNone/>
              <a:defRPr sz="2000"/>
            </a:lvl1pPr>
            <a:lvl2pPr marL="914400" lvl="1" indent="-228600" algn="l">
              <a:spcBef>
                <a:spcPts val="500"/>
              </a:spcBef>
              <a:spcAft>
                <a:spcPts val="0"/>
              </a:spcAft>
              <a:buSzPts val="1800"/>
              <a:buFont typeface="Arial"/>
              <a:buNone/>
              <a:defRPr sz="1800"/>
            </a:lvl2pPr>
            <a:lvl3pPr marL="1371600" lvl="2" indent="-228600" algn="l">
              <a:spcBef>
                <a:spcPts val="450"/>
              </a:spcBef>
              <a:spcAft>
                <a:spcPts val="0"/>
              </a:spcAft>
              <a:buSzPts val="1600"/>
              <a:buFont typeface="Arial"/>
              <a:buNone/>
              <a:defRPr sz="1600"/>
            </a:lvl3pPr>
            <a:lvl4pPr marL="1828800" lvl="3" indent="-228600" algn="l">
              <a:spcBef>
                <a:spcPts val="400"/>
              </a:spcBef>
              <a:spcAft>
                <a:spcPts val="0"/>
              </a:spcAft>
              <a:buSzPts val="1400"/>
              <a:buFont typeface="Arial"/>
              <a:buNone/>
              <a:defRPr sz="1400"/>
            </a:lvl4pPr>
            <a:lvl5pPr marL="2286000" lvl="4" indent="-228600" algn="l">
              <a:spcBef>
                <a:spcPts val="350"/>
              </a:spcBef>
              <a:spcAft>
                <a:spcPts val="0"/>
              </a:spcAft>
              <a:buSzPts val="1400"/>
              <a:buFont typeface="Arial"/>
              <a:buNone/>
              <a:defRPr sz="1400"/>
            </a:lvl5pPr>
            <a:lvl6pPr marL="2743200" lvl="5" indent="-228600" algn="l">
              <a:spcBef>
                <a:spcPts val="350"/>
              </a:spcBef>
              <a:spcAft>
                <a:spcPts val="0"/>
              </a:spcAft>
              <a:buSzPts val="1400"/>
              <a:buFont typeface="Arial"/>
              <a:buNone/>
              <a:defRPr sz="1400"/>
            </a:lvl6pPr>
            <a:lvl7pPr marL="3200400" lvl="6" indent="-228600" algn="l">
              <a:spcBef>
                <a:spcPts val="350"/>
              </a:spcBef>
              <a:spcAft>
                <a:spcPts val="0"/>
              </a:spcAft>
              <a:buSzPts val="1400"/>
              <a:buFont typeface="Arial"/>
              <a:buNone/>
              <a:defRPr sz="1400"/>
            </a:lvl7pPr>
            <a:lvl8pPr marL="3657600" lvl="7" indent="-228600" algn="l">
              <a:spcBef>
                <a:spcPts val="350"/>
              </a:spcBef>
              <a:spcAft>
                <a:spcPts val="0"/>
              </a:spcAft>
              <a:buSzPts val="1400"/>
              <a:buFont typeface="Arial"/>
              <a:buNone/>
              <a:defRPr sz="1400"/>
            </a:lvl8pPr>
            <a:lvl9pPr marL="4114800" lvl="8" indent="-228600" algn="l">
              <a:spcBef>
                <a:spcPts val="350"/>
              </a:spcBef>
              <a:spcAft>
                <a:spcPts val="350"/>
              </a:spcAft>
              <a:buSzPts val="1400"/>
              <a:buFont typeface="Arial"/>
              <a:buNone/>
              <a:defRPr sz="14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0"/>
          <p:cNvSpPr txBox="1">
            <a:spLocks noGrp="1"/>
          </p:cNvSpPr>
          <p:nvPr>
            <p:ph type="title"/>
          </p:nvPr>
        </p:nvSpPr>
        <p:spPr>
          <a:xfrm>
            <a:off x="1930400" y="381000"/>
            <a:ext cx="6994525" cy="63341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0"/>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700"/>
              </a:spcBef>
              <a:spcAft>
                <a:spcPts val="0"/>
              </a:spcAft>
              <a:buSzPts val="2800"/>
              <a:buChar char="▪"/>
              <a:defRPr sz="2800"/>
            </a:lvl1pPr>
            <a:lvl2pPr marL="914400" lvl="1" indent="-381000" algn="l">
              <a:spcBef>
                <a:spcPts val="700"/>
              </a:spcBef>
              <a:spcAft>
                <a:spcPts val="0"/>
              </a:spcAft>
              <a:buSzPts val="2400"/>
              <a:buFont typeface="Arial"/>
              <a:buChar char="–"/>
              <a:defRPr sz="2400"/>
            </a:lvl2pPr>
            <a:lvl3pPr marL="1371600" lvl="2" indent="-355600" algn="l">
              <a:spcBef>
                <a:spcPts val="600"/>
              </a:spcBef>
              <a:spcAft>
                <a:spcPts val="0"/>
              </a:spcAft>
              <a:buSzPts val="2000"/>
              <a:buFont typeface="Arial"/>
              <a:buChar char="•"/>
              <a:defRPr sz="2000"/>
            </a:lvl3pPr>
            <a:lvl4pPr marL="1828800" lvl="3" indent="-342900" algn="l">
              <a:spcBef>
                <a:spcPts val="500"/>
              </a:spcBef>
              <a:spcAft>
                <a:spcPts val="0"/>
              </a:spcAft>
              <a:buSzPts val="1800"/>
              <a:buFont typeface="Arial"/>
              <a:buChar char="–"/>
              <a:defRPr sz="1800"/>
            </a:lvl4pPr>
            <a:lvl5pPr marL="2286000" lvl="4" indent="-342900" algn="l">
              <a:spcBef>
                <a:spcPts val="450"/>
              </a:spcBef>
              <a:spcAft>
                <a:spcPts val="0"/>
              </a:spcAft>
              <a:buSzPts val="1800"/>
              <a:buFont typeface="Arial"/>
              <a:buChar char="»"/>
              <a:defRPr sz="1800"/>
            </a:lvl5pPr>
            <a:lvl6pPr marL="2743200" lvl="5" indent="-342900" algn="l">
              <a:spcBef>
                <a:spcPts val="450"/>
              </a:spcBef>
              <a:spcAft>
                <a:spcPts val="0"/>
              </a:spcAft>
              <a:buSzPts val="1800"/>
              <a:buFont typeface="Arial"/>
              <a:buChar char="»"/>
              <a:defRPr sz="1800"/>
            </a:lvl6pPr>
            <a:lvl7pPr marL="3200400" lvl="6" indent="-342900" algn="l">
              <a:spcBef>
                <a:spcPts val="450"/>
              </a:spcBef>
              <a:spcAft>
                <a:spcPts val="0"/>
              </a:spcAft>
              <a:buSzPts val="1800"/>
              <a:buFont typeface="Arial"/>
              <a:buChar char="»"/>
              <a:defRPr sz="1800"/>
            </a:lvl7pPr>
            <a:lvl8pPr marL="3657600" lvl="7" indent="-342900" algn="l">
              <a:spcBef>
                <a:spcPts val="450"/>
              </a:spcBef>
              <a:spcAft>
                <a:spcPts val="0"/>
              </a:spcAft>
              <a:buSzPts val="1800"/>
              <a:buFont typeface="Arial"/>
              <a:buChar char="»"/>
              <a:defRPr sz="1800"/>
            </a:lvl8pPr>
            <a:lvl9pPr marL="4114800" lvl="8" indent="-342900" algn="l">
              <a:spcBef>
                <a:spcPts val="450"/>
              </a:spcBef>
              <a:spcAft>
                <a:spcPts val="450"/>
              </a:spcAft>
              <a:buSzPts val="1800"/>
              <a:buFont typeface="Arial"/>
              <a:buChar char="»"/>
              <a:defRPr sz="1800"/>
            </a:lvl9pPr>
          </a:lstStyle>
          <a:p>
            <a:endParaRPr/>
          </a:p>
        </p:txBody>
      </p:sp>
      <p:sp>
        <p:nvSpPr>
          <p:cNvPr id="32" name="Google Shape;32;p20"/>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700"/>
              </a:spcBef>
              <a:spcAft>
                <a:spcPts val="0"/>
              </a:spcAft>
              <a:buSzPts val="2800"/>
              <a:buChar char="▪"/>
              <a:defRPr sz="2800"/>
            </a:lvl1pPr>
            <a:lvl2pPr marL="914400" lvl="1" indent="-381000" algn="l">
              <a:spcBef>
                <a:spcPts val="700"/>
              </a:spcBef>
              <a:spcAft>
                <a:spcPts val="0"/>
              </a:spcAft>
              <a:buSzPts val="2400"/>
              <a:buFont typeface="Arial"/>
              <a:buChar char="–"/>
              <a:defRPr sz="2400"/>
            </a:lvl2pPr>
            <a:lvl3pPr marL="1371600" lvl="2" indent="-355600" algn="l">
              <a:spcBef>
                <a:spcPts val="600"/>
              </a:spcBef>
              <a:spcAft>
                <a:spcPts val="0"/>
              </a:spcAft>
              <a:buSzPts val="2000"/>
              <a:buFont typeface="Arial"/>
              <a:buChar char="•"/>
              <a:defRPr sz="2000"/>
            </a:lvl3pPr>
            <a:lvl4pPr marL="1828800" lvl="3" indent="-342900" algn="l">
              <a:spcBef>
                <a:spcPts val="500"/>
              </a:spcBef>
              <a:spcAft>
                <a:spcPts val="0"/>
              </a:spcAft>
              <a:buSzPts val="1800"/>
              <a:buFont typeface="Arial"/>
              <a:buChar char="–"/>
              <a:defRPr sz="1800"/>
            </a:lvl4pPr>
            <a:lvl5pPr marL="2286000" lvl="4" indent="-342900" algn="l">
              <a:spcBef>
                <a:spcPts val="450"/>
              </a:spcBef>
              <a:spcAft>
                <a:spcPts val="0"/>
              </a:spcAft>
              <a:buSzPts val="1800"/>
              <a:buFont typeface="Arial"/>
              <a:buChar char="»"/>
              <a:defRPr sz="1800"/>
            </a:lvl5pPr>
            <a:lvl6pPr marL="2743200" lvl="5" indent="-342900" algn="l">
              <a:spcBef>
                <a:spcPts val="450"/>
              </a:spcBef>
              <a:spcAft>
                <a:spcPts val="0"/>
              </a:spcAft>
              <a:buSzPts val="1800"/>
              <a:buFont typeface="Arial"/>
              <a:buChar char="»"/>
              <a:defRPr sz="1800"/>
            </a:lvl6pPr>
            <a:lvl7pPr marL="3200400" lvl="6" indent="-342900" algn="l">
              <a:spcBef>
                <a:spcPts val="450"/>
              </a:spcBef>
              <a:spcAft>
                <a:spcPts val="0"/>
              </a:spcAft>
              <a:buSzPts val="1800"/>
              <a:buFont typeface="Arial"/>
              <a:buChar char="»"/>
              <a:defRPr sz="1800"/>
            </a:lvl7pPr>
            <a:lvl8pPr marL="3657600" lvl="7" indent="-342900" algn="l">
              <a:spcBef>
                <a:spcPts val="450"/>
              </a:spcBef>
              <a:spcAft>
                <a:spcPts val="0"/>
              </a:spcAft>
              <a:buSzPts val="1800"/>
              <a:buFont typeface="Arial"/>
              <a:buChar char="»"/>
              <a:defRPr sz="1800"/>
            </a:lvl8pPr>
            <a:lvl9pPr marL="4114800" lvl="8" indent="-342900" algn="l">
              <a:spcBef>
                <a:spcPts val="450"/>
              </a:spcBef>
              <a:spcAft>
                <a:spcPts val="450"/>
              </a:spcAft>
              <a:buSzPts val="1800"/>
              <a:buFont typeface="Arial"/>
              <a:buChar char="»"/>
              <a:defRPr sz="18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3"/>
        <p:cNvGrpSpPr/>
        <p:nvPr/>
      </p:nvGrpSpPr>
      <p:grpSpPr>
        <a:xfrm>
          <a:off x="0" y="0"/>
          <a:ext cx="0" cy="0"/>
          <a:chOff x="0" y="0"/>
          <a:chExt cx="0" cy="0"/>
        </a:xfrm>
      </p:grpSpPr>
      <p:sp>
        <p:nvSpPr>
          <p:cNvPr id="34" name="Google Shape;34;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1"/>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600"/>
              </a:spcBef>
              <a:spcAft>
                <a:spcPts val="0"/>
              </a:spcAft>
              <a:buSzPts val="2400"/>
              <a:buNone/>
              <a:defRPr sz="2400" b="1"/>
            </a:lvl1pPr>
            <a:lvl2pPr marL="914400" lvl="1" indent="-228600" algn="l">
              <a:spcBef>
                <a:spcPts val="600"/>
              </a:spcBef>
              <a:spcAft>
                <a:spcPts val="0"/>
              </a:spcAft>
              <a:buSzPts val="2000"/>
              <a:buFont typeface="Arial"/>
              <a:buNone/>
              <a:defRPr sz="2000" b="1"/>
            </a:lvl2pPr>
            <a:lvl3pPr marL="1371600" lvl="2" indent="-228600" algn="l">
              <a:spcBef>
                <a:spcPts val="500"/>
              </a:spcBef>
              <a:spcAft>
                <a:spcPts val="0"/>
              </a:spcAft>
              <a:buSzPts val="1800"/>
              <a:buFont typeface="Arial"/>
              <a:buNone/>
              <a:defRPr sz="1800" b="1"/>
            </a:lvl3pPr>
            <a:lvl4pPr marL="1828800" lvl="3" indent="-228600" algn="l">
              <a:spcBef>
                <a:spcPts val="450"/>
              </a:spcBef>
              <a:spcAft>
                <a:spcPts val="0"/>
              </a:spcAft>
              <a:buSzPts val="1600"/>
              <a:buFont typeface="Arial"/>
              <a:buNone/>
              <a:defRPr sz="1600" b="1"/>
            </a:lvl4pPr>
            <a:lvl5pPr marL="2286000" lvl="4" indent="-228600" algn="l">
              <a:spcBef>
                <a:spcPts val="400"/>
              </a:spcBef>
              <a:spcAft>
                <a:spcPts val="0"/>
              </a:spcAft>
              <a:buSzPts val="1600"/>
              <a:buFont typeface="Arial"/>
              <a:buNone/>
              <a:defRPr sz="1600" b="1"/>
            </a:lvl5pPr>
            <a:lvl6pPr marL="2743200" lvl="5" indent="-228600" algn="l">
              <a:spcBef>
                <a:spcPts val="400"/>
              </a:spcBef>
              <a:spcAft>
                <a:spcPts val="0"/>
              </a:spcAft>
              <a:buSzPts val="1600"/>
              <a:buFont typeface="Arial"/>
              <a:buNone/>
              <a:defRPr sz="1600" b="1"/>
            </a:lvl6pPr>
            <a:lvl7pPr marL="3200400" lvl="6" indent="-228600" algn="l">
              <a:spcBef>
                <a:spcPts val="400"/>
              </a:spcBef>
              <a:spcAft>
                <a:spcPts val="0"/>
              </a:spcAft>
              <a:buSzPts val="1600"/>
              <a:buFont typeface="Arial"/>
              <a:buNone/>
              <a:defRPr sz="1600" b="1"/>
            </a:lvl7pPr>
            <a:lvl8pPr marL="3657600" lvl="7" indent="-228600" algn="l">
              <a:spcBef>
                <a:spcPts val="400"/>
              </a:spcBef>
              <a:spcAft>
                <a:spcPts val="0"/>
              </a:spcAft>
              <a:buSzPts val="1600"/>
              <a:buFont typeface="Arial"/>
              <a:buNone/>
              <a:defRPr sz="1600" b="1"/>
            </a:lvl8pPr>
            <a:lvl9pPr marL="4114800" lvl="8" indent="-228600" algn="l">
              <a:spcBef>
                <a:spcPts val="400"/>
              </a:spcBef>
              <a:spcAft>
                <a:spcPts val="400"/>
              </a:spcAft>
              <a:buSzPts val="1600"/>
              <a:buFont typeface="Arial"/>
              <a:buNone/>
              <a:defRPr sz="1600" b="1"/>
            </a:lvl9pPr>
          </a:lstStyle>
          <a:p>
            <a:endParaRPr/>
          </a:p>
        </p:txBody>
      </p:sp>
      <p:sp>
        <p:nvSpPr>
          <p:cNvPr id="36" name="Google Shape;36;p21"/>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600"/>
              </a:spcBef>
              <a:spcAft>
                <a:spcPts val="0"/>
              </a:spcAft>
              <a:buSzPts val="2400"/>
              <a:buChar char="▪"/>
              <a:defRPr sz="2400"/>
            </a:lvl1pPr>
            <a:lvl2pPr marL="914400" lvl="1" indent="-355600" algn="l">
              <a:spcBef>
                <a:spcPts val="600"/>
              </a:spcBef>
              <a:spcAft>
                <a:spcPts val="0"/>
              </a:spcAft>
              <a:buSzPts val="2000"/>
              <a:buFont typeface="Arial"/>
              <a:buChar char="–"/>
              <a:defRPr sz="2000"/>
            </a:lvl2pPr>
            <a:lvl3pPr marL="1371600" lvl="2" indent="-342900" algn="l">
              <a:spcBef>
                <a:spcPts val="500"/>
              </a:spcBef>
              <a:spcAft>
                <a:spcPts val="0"/>
              </a:spcAft>
              <a:buSzPts val="1800"/>
              <a:buFont typeface="Arial"/>
              <a:buChar char="•"/>
              <a:defRPr sz="1800"/>
            </a:lvl3pPr>
            <a:lvl4pPr marL="1828800" lvl="3" indent="-330200" algn="l">
              <a:spcBef>
                <a:spcPts val="450"/>
              </a:spcBef>
              <a:spcAft>
                <a:spcPts val="0"/>
              </a:spcAft>
              <a:buSzPts val="1600"/>
              <a:buFont typeface="Arial"/>
              <a:buChar char="–"/>
              <a:defRPr sz="1600"/>
            </a:lvl4pPr>
            <a:lvl5pPr marL="2286000" lvl="4" indent="-330200" algn="l">
              <a:spcBef>
                <a:spcPts val="400"/>
              </a:spcBef>
              <a:spcAft>
                <a:spcPts val="0"/>
              </a:spcAft>
              <a:buSzPts val="1600"/>
              <a:buFont typeface="Arial"/>
              <a:buChar char="»"/>
              <a:defRPr sz="1600"/>
            </a:lvl5pPr>
            <a:lvl6pPr marL="2743200" lvl="5" indent="-330200" algn="l">
              <a:spcBef>
                <a:spcPts val="400"/>
              </a:spcBef>
              <a:spcAft>
                <a:spcPts val="0"/>
              </a:spcAft>
              <a:buSzPts val="1600"/>
              <a:buFont typeface="Arial"/>
              <a:buChar char="»"/>
              <a:defRPr sz="1600"/>
            </a:lvl6pPr>
            <a:lvl7pPr marL="3200400" lvl="6" indent="-330200" algn="l">
              <a:spcBef>
                <a:spcPts val="400"/>
              </a:spcBef>
              <a:spcAft>
                <a:spcPts val="0"/>
              </a:spcAft>
              <a:buSzPts val="1600"/>
              <a:buFont typeface="Arial"/>
              <a:buChar char="»"/>
              <a:defRPr sz="1600"/>
            </a:lvl7pPr>
            <a:lvl8pPr marL="3657600" lvl="7" indent="-330200" algn="l">
              <a:spcBef>
                <a:spcPts val="400"/>
              </a:spcBef>
              <a:spcAft>
                <a:spcPts val="0"/>
              </a:spcAft>
              <a:buSzPts val="1600"/>
              <a:buFont typeface="Arial"/>
              <a:buChar char="»"/>
              <a:defRPr sz="1600"/>
            </a:lvl8pPr>
            <a:lvl9pPr marL="4114800" lvl="8" indent="-330200" algn="l">
              <a:spcBef>
                <a:spcPts val="400"/>
              </a:spcBef>
              <a:spcAft>
                <a:spcPts val="400"/>
              </a:spcAft>
              <a:buSzPts val="1600"/>
              <a:buFont typeface="Arial"/>
              <a:buChar char="»"/>
              <a:defRPr sz="1600"/>
            </a:lvl9pPr>
          </a:lstStyle>
          <a:p>
            <a:endParaRPr/>
          </a:p>
        </p:txBody>
      </p:sp>
      <p:sp>
        <p:nvSpPr>
          <p:cNvPr id="37" name="Google Shape;37;p21"/>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600"/>
              </a:spcBef>
              <a:spcAft>
                <a:spcPts val="0"/>
              </a:spcAft>
              <a:buSzPts val="2400"/>
              <a:buNone/>
              <a:defRPr sz="2400" b="1"/>
            </a:lvl1pPr>
            <a:lvl2pPr marL="914400" lvl="1" indent="-228600" algn="l">
              <a:spcBef>
                <a:spcPts val="600"/>
              </a:spcBef>
              <a:spcAft>
                <a:spcPts val="0"/>
              </a:spcAft>
              <a:buSzPts val="2000"/>
              <a:buFont typeface="Arial"/>
              <a:buNone/>
              <a:defRPr sz="2000" b="1"/>
            </a:lvl2pPr>
            <a:lvl3pPr marL="1371600" lvl="2" indent="-228600" algn="l">
              <a:spcBef>
                <a:spcPts val="500"/>
              </a:spcBef>
              <a:spcAft>
                <a:spcPts val="0"/>
              </a:spcAft>
              <a:buSzPts val="1800"/>
              <a:buFont typeface="Arial"/>
              <a:buNone/>
              <a:defRPr sz="1800" b="1"/>
            </a:lvl3pPr>
            <a:lvl4pPr marL="1828800" lvl="3" indent="-228600" algn="l">
              <a:spcBef>
                <a:spcPts val="450"/>
              </a:spcBef>
              <a:spcAft>
                <a:spcPts val="0"/>
              </a:spcAft>
              <a:buSzPts val="1600"/>
              <a:buFont typeface="Arial"/>
              <a:buNone/>
              <a:defRPr sz="1600" b="1"/>
            </a:lvl4pPr>
            <a:lvl5pPr marL="2286000" lvl="4" indent="-228600" algn="l">
              <a:spcBef>
                <a:spcPts val="400"/>
              </a:spcBef>
              <a:spcAft>
                <a:spcPts val="0"/>
              </a:spcAft>
              <a:buSzPts val="1600"/>
              <a:buFont typeface="Arial"/>
              <a:buNone/>
              <a:defRPr sz="1600" b="1"/>
            </a:lvl5pPr>
            <a:lvl6pPr marL="2743200" lvl="5" indent="-228600" algn="l">
              <a:spcBef>
                <a:spcPts val="400"/>
              </a:spcBef>
              <a:spcAft>
                <a:spcPts val="0"/>
              </a:spcAft>
              <a:buSzPts val="1600"/>
              <a:buFont typeface="Arial"/>
              <a:buNone/>
              <a:defRPr sz="1600" b="1"/>
            </a:lvl6pPr>
            <a:lvl7pPr marL="3200400" lvl="6" indent="-228600" algn="l">
              <a:spcBef>
                <a:spcPts val="400"/>
              </a:spcBef>
              <a:spcAft>
                <a:spcPts val="0"/>
              </a:spcAft>
              <a:buSzPts val="1600"/>
              <a:buFont typeface="Arial"/>
              <a:buNone/>
              <a:defRPr sz="1600" b="1"/>
            </a:lvl7pPr>
            <a:lvl8pPr marL="3657600" lvl="7" indent="-228600" algn="l">
              <a:spcBef>
                <a:spcPts val="400"/>
              </a:spcBef>
              <a:spcAft>
                <a:spcPts val="0"/>
              </a:spcAft>
              <a:buSzPts val="1600"/>
              <a:buFont typeface="Arial"/>
              <a:buNone/>
              <a:defRPr sz="1600" b="1"/>
            </a:lvl8pPr>
            <a:lvl9pPr marL="4114800" lvl="8" indent="-228600" algn="l">
              <a:spcBef>
                <a:spcPts val="400"/>
              </a:spcBef>
              <a:spcAft>
                <a:spcPts val="400"/>
              </a:spcAft>
              <a:buSzPts val="1600"/>
              <a:buFont typeface="Arial"/>
              <a:buNone/>
              <a:defRPr sz="1600" b="1"/>
            </a:lvl9pPr>
          </a:lstStyle>
          <a:p>
            <a:endParaRPr/>
          </a:p>
        </p:txBody>
      </p:sp>
      <p:sp>
        <p:nvSpPr>
          <p:cNvPr id="38" name="Google Shape;38;p21"/>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600"/>
              </a:spcBef>
              <a:spcAft>
                <a:spcPts val="0"/>
              </a:spcAft>
              <a:buSzPts val="2400"/>
              <a:buChar char="▪"/>
              <a:defRPr sz="2400"/>
            </a:lvl1pPr>
            <a:lvl2pPr marL="914400" lvl="1" indent="-355600" algn="l">
              <a:spcBef>
                <a:spcPts val="600"/>
              </a:spcBef>
              <a:spcAft>
                <a:spcPts val="0"/>
              </a:spcAft>
              <a:buSzPts val="2000"/>
              <a:buFont typeface="Arial"/>
              <a:buChar char="–"/>
              <a:defRPr sz="2000"/>
            </a:lvl2pPr>
            <a:lvl3pPr marL="1371600" lvl="2" indent="-342900" algn="l">
              <a:spcBef>
                <a:spcPts val="500"/>
              </a:spcBef>
              <a:spcAft>
                <a:spcPts val="0"/>
              </a:spcAft>
              <a:buSzPts val="1800"/>
              <a:buFont typeface="Arial"/>
              <a:buChar char="•"/>
              <a:defRPr sz="1800"/>
            </a:lvl3pPr>
            <a:lvl4pPr marL="1828800" lvl="3" indent="-330200" algn="l">
              <a:spcBef>
                <a:spcPts val="450"/>
              </a:spcBef>
              <a:spcAft>
                <a:spcPts val="0"/>
              </a:spcAft>
              <a:buSzPts val="1600"/>
              <a:buFont typeface="Arial"/>
              <a:buChar char="–"/>
              <a:defRPr sz="1600"/>
            </a:lvl4pPr>
            <a:lvl5pPr marL="2286000" lvl="4" indent="-330200" algn="l">
              <a:spcBef>
                <a:spcPts val="400"/>
              </a:spcBef>
              <a:spcAft>
                <a:spcPts val="0"/>
              </a:spcAft>
              <a:buSzPts val="1600"/>
              <a:buFont typeface="Arial"/>
              <a:buChar char="»"/>
              <a:defRPr sz="1600"/>
            </a:lvl5pPr>
            <a:lvl6pPr marL="2743200" lvl="5" indent="-330200" algn="l">
              <a:spcBef>
                <a:spcPts val="400"/>
              </a:spcBef>
              <a:spcAft>
                <a:spcPts val="0"/>
              </a:spcAft>
              <a:buSzPts val="1600"/>
              <a:buFont typeface="Arial"/>
              <a:buChar char="»"/>
              <a:defRPr sz="1600"/>
            </a:lvl6pPr>
            <a:lvl7pPr marL="3200400" lvl="6" indent="-330200" algn="l">
              <a:spcBef>
                <a:spcPts val="400"/>
              </a:spcBef>
              <a:spcAft>
                <a:spcPts val="0"/>
              </a:spcAft>
              <a:buSzPts val="1600"/>
              <a:buFont typeface="Arial"/>
              <a:buChar char="»"/>
              <a:defRPr sz="1600"/>
            </a:lvl7pPr>
            <a:lvl8pPr marL="3657600" lvl="7" indent="-330200" algn="l">
              <a:spcBef>
                <a:spcPts val="400"/>
              </a:spcBef>
              <a:spcAft>
                <a:spcPts val="0"/>
              </a:spcAft>
              <a:buSzPts val="1600"/>
              <a:buFont typeface="Arial"/>
              <a:buChar char="»"/>
              <a:defRPr sz="1600"/>
            </a:lvl8pPr>
            <a:lvl9pPr marL="4114800" lvl="8" indent="-330200" algn="l">
              <a:spcBef>
                <a:spcPts val="400"/>
              </a:spcBef>
              <a:spcAft>
                <a:spcPts val="400"/>
              </a:spcAft>
              <a:buSzPts val="1600"/>
              <a:buFont typeface="Arial"/>
              <a:buChar char="»"/>
              <a:defRPr sz="16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2"/>
          <p:cNvSpPr txBox="1">
            <a:spLocks noGrp="1"/>
          </p:cNvSpPr>
          <p:nvPr>
            <p:ph type="title"/>
          </p:nvPr>
        </p:nvSpPr>
        <p:spPr>
          <a:xfrm>
            <a:off x="1930400" y="381000"/>
            <a:ext cx="6994525" cy="63341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1"/>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2"/>
        <p:cNvGrpSpPr/>
        <p:nvPr/>
      </p:nvGrpSpPr>
      <p:grpSpPr>
        <a:xfrm>
          <a:off x="0" y="0"/>
          <a:ext cx="0" cy="0"/>
          <a:chOff x="0" y="0"/>
          <a:chExt cx="0" cy="0"/>
        </a:xfrm>
      </p:grpSpPr>
      <p:sp>
        <p:nvSpPr>
          <p:cNvPr id="43" name="Google Shape;43;p2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800"/>
              </a:spcBef>
              <a:spcAft>
                <a:spcPts val="0"/>
              </a:spcAft>
              <a:buSzPts val="3200"/>
              <a:buChar char="▪"/>
              <a:defRPr sz="3200"/>
            </a:lvl1pPr>
            <a:lvl2pPr marL="914400" lvl="1" indent="-406400" algn="l">
              <a:spcBef>
                <a:spcPts val="800"/>
              </a:spcBef>
              <a:spcAft>
                <a:spcPts val="0"/>
              </a:spcAft>
              <a:buSzPts val="2800"/>
              <a:buFont typeface="Arial"/>
              <a:buChar char="–"/>
              <a:defRPr sz="2800"/>
            </a:lvl2pPr>
            <a:lvl3pPr marL="1371600" lvl="2" indent="-381000" algn="l">
              <a:spcBef>
                <a:spcPts val="700"/>
              </a:spcBef>
              <a:spcAft>
                <a:spcPts val="0"/>
              </a:spcAft>
              <a:buSzPts val="2400"/>
              <a:buFont typeface="Arial"/>
              <a:buChar char="•"/>
              <a:defRPr sz="2400"/>
            </a:lvl3pPr>
            <a:lvl4pPr marL="1828800" lvl="3" indent="-355600" algn="l">
              <a:spcBef>
                <a:spcPts val="600"/>
              </a:spcBef>
              <a:spcAft>
                <a:spcPts val="0"/>
              </a:spcAft>
              <a:buSzPts val="2000"/>
              <a:buFont typeface="Arial"/>
              <a:buChar char="–"/>
              <a:defRPr sz="2000"/>
            </a:lvl4pPr>
            <a:lvl5pPr marL="2286000" lvl="4" indent="-355600" algn="l">
              <a:spcBef>
                <a:spcPts val="500"/>
              </a:spcBef>
              <a:spcAft>
                <a:spcPts val="0"/>
              </a:spcAft>
              <a:buSzPts val="2000"/>
              <a:buFont typeface="Arial"/>
              <a:buChar char="»"/>
              <a:defRPr sz="2000"/>
            </a:lvl5pPr>
            <a:lvl6pPr marL="2743200" lvl="5" indent="-355600" algn="l">
              <a:spcBef>
                <a:spcPts val="500"/>
              </a:spcBef>
              <a:spcAft>
                <a:spcPts val="0"/>
              </a:spcAft>
              <a:buSzPts val="2000"/>
              <a:buFont typeface="Arial"/>
              <a:buChar char="»"/>
              <a:defRPr sz="2000"/>
            </a:lvl6pPr>
            <a:lvl7pPr marL="3200400" lvl="6" indent="-355600" algn="l">
              <a:spcBef>
                <a:spcPts val="500"/>
              </a:spcBef>
              <a:spcAft>
                <a:spcPts val="0"/>
              </a:spcAft>
              <a:buSzPts val="2000"/>
              <a:buFont typeface="Arial"/>
              <a:buChar char="»"/>
              <a:defRPr sz="2000"/>
            </a:lvl7pPr>
            <a:lvl8pPr marL="3657600" lvl="7" indent="-355600" algn="l">
              <a:spcBef>
                <a:spcPts val="500"/>
              </a:spcBef>
              <a:spcAft>
                <a:spcPts val="0"/>
              </a:spcAft>
              <a:buSzPts val="2000"/>
              <a:buFont typeface="Arial"/>
              <a:buChar char="»"/>
              <a:defRPr sz="2000"/>
            </a:lvl8pPr>
            <a:lvl9pPr marL="4114800" lvl="8" indent="-355600" algn="l">
              <a:spcBef>
                <a:spcPts val="500"/>
              </a:spcBef>
              <a:spcAft>
                <a:spcPts val="500"/>
              </a:spcAft>
              <a:buSzPts val="2000"/>
              <a:buFont typeface="Arial"/>
              <a:buChar char="»"/>
              <a:defRPr sz="2000"/>
            </a:lvl9pPr>
          </a:lstStyle>
          <a:p>
            <a:endParaRPr/>
          </a:p>
        </p:txBody>
      </p:sp>
      <p:sp>
        <p:nvSpPr>
          <p:cNvPr id="45" name="Google Shape;45;p2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350"/>
              </a:spcBef>
              <a:spcAft>
                <a:spcPts val="0"/>
              </a:spcAft>
              <a:buSzPts val="1400"/>
              <a:buNone/>
              <a:defRPr sz="1400"/>
            </a:lvl1pPr>
            <a:lvl2pPr marL="914400" lvl="1" indent="-228600" algn="l">
              <a:spcBef>
                <a:spcPts val="350"/>
              </a:spcBef>
              <a:spcAft>
                <a:spcPts val="0"/>
              </a:spcAft>
              <a:buSzPts val="1200"/>
              <a:buFont typeface="Arial"/>
              <a:buNone/>
              <a:defRPr sz="1200"/>
            </a:lvl2pPr>
            <a:lvl3pPr marL="1371600" lvl="2" indent="-228600" algn="l">
              <a:spcBef>
                <a:spcPts val="300"/>
              </a:spcBef>
              <a:spcAft>
                <a:spcPts val="0"/>
              </a:spcAft>
              <a:buSzPts val="1000"/>
              <a:buFont typeface="Arial"/>
              <a:buNone/>
              <a:defRPr sz="1000"/>
            </a:lvl3pPr>
            <a:lvl4pPr marL="1828800" lvl="3" indent="-228600" algn="l">
              <a:spcBef>
                <a:spcPts val="250"/>
              </a:spcBef>
              <a:spcAft>
                <a:spcPts val="0"/>
              </a:spcAft>
              <a:buSzPts val="900"/>
              <a:buFont typeface="Arial"/>
              <a:buNone/>
              <a:defRPr sz="900"/>
            </a:lvl4pPr>
            <a:lvl5pPr marL="2286000" lvl="4" indent="-228600" algn="l">
              <a:spcBef>
                <a:spcPts val="225"/>
              </a:spcBef>
              <a:spcAft>
                <a:spcPts val="0"/>
              </a:spcAft>
              <a:buSzPts val="900"/>
              <a:buFont typeface="Arial"/>
              <a:buNone/>
              <a:defRPr sz="900"/>
            </a:lvl5pPr>
            <a:lvl6pPr marL="2743200" lvl="5" indent="-228600" algn="l">
              <a:spcBef>
                <a:spcPts val="225"/>
              </a:spcBef>
              <a:spcAft>
                <a:spcPts val="0"/>
              </a:spcAft>
              <a:buSzPts val="900"/>
              <a:buFont typeface="Arial"/>
              <a:buNone/>
              <a:defRPr sz="900"/>
            </a:lvl6pPr>
            <a:lvl7pPr marL="3200400" lvl="6" indent="-228600" algn="l">
              <a:spcBef>
                <a:spcPts val="225"/>
              </a:spcBef>
              <a:spcAft>
                <a:spcPts val="0"/>
              </a:spcAft>
              <a:buSzPts val="900"/>
              <a:buFont typeface="Arial"/>
              <a:buNone/>
              <a:defRPr sz="900"/>
            </a:lvl7pPr>
            <a:lvl8pPr marL="3657600" lvl="7" indent="-228600" algn="l">
              <a:spcBef>
                <a:spcPts val="225"/>
              </a:spcBef>
              <a:spcAft>
                <a:spcPts val="0"/>
              </a:spcAft>
              <a:buSzPts val="900"/>
              <a:buFont typeface="Arial"/>
              <a:buNone/>
              <a:defRPr sz="900"/>
            </a:lvl8pPr>
            <a:lvl9pPr marL="4114800" lvl="8" indent="-228600" algn="l">
              <a:spcBef>
                <a:spcPts val="225"/>
              </a:spcBef>
              <a:spcAft>
                <a:spcPts val="225"/>
              </a:spcAft>
              <a:buSzPts val="900"/>
              <a:buFont typeface="Arial"/>
              <a:buNone/>
              <a:defRPr sz="9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6"/>
        <p:cNvGrpSpPr/>
        <p:nvPr/>
      </p:nvGrpSpPr>
      <p:grpSpPr>
        <a:xfrm>
          <a:off x="0" y="0"/>
          <a:ext cx="0" cy="0"/>
          <a:chOff x="0" y="0"/>
          <a:chExt cx="0" cy="0"/>
        </a:xfrm>
      </p:grpSpPr>
      <p:sp>
        <p:nvSpPr>
          <p:cNvPr id="47" name="Google Shape;47;p25"/>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5"/>
          <p:cNvSpPr>
            <a:spLocks noGrp="1"/>
          </p:cNvSpPr>
          <p:nvPr>
            <p:ph type="pic" idx="2"/>
          </p:nvPr>
        </p:nvSpPr>
        <p:spPr>
          <a:xfrm>
            <a:off x="1792288" y="612775"/>
            <a:ext cx="5486400" cy="4114800"/>
          </a:xfrm>
          <a:prstGeom prst="rect">
            <a:avLst/>
          </a:prstGeom>
          <a:noFill/>
          <a:ln>
            <a:noFill/>
          </a:ln>
        </p:spPr>
      </p:sp>
      <p:sp>
        <p:nvSpPr>
          <p:cNvPr id="49" name="Google Shape;49;p25"/>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350"/>
              </a:spcBef>
              <a:spcAft>
                <a:spcPts val="0"/>
              </a:spcAft>
              <a:buSzPts val="1400"/>
              <a:buNone/>
              <a:defRPr sz="1400"/>
            </a:lvl1pPr>
            <a:lvl2pPr marL="914400" lvl="1" indent="-228600" algn="l">
              <a:spcBef>
                <a:spcPts val="350"/>
              </a:spcBef>
              <a:spcAft>
                <a:spcPts val="0"/>
              </a:spcAft>
              <a:buSzPts val="1200"/>
              <a:buFont typeface="Arial"/>
              <a:buNone/>
              <a:defRPr sz="1200"/>
            </a:lvl2pPr>
            <a:lvl3pPr marL="1371600" lvl="2" indent="-228600" algn="l">
              <a:spcBef>
                <a:spcPts val="300"/>
              </a:spcBef>
              <a:spcAft>
                <a:spcPts val="0"/>
              </a:spcAft>
              <a:buSzPts val="1000"/>
              <a:buFont typeface="Arial"/>
              <a:buNone/>
              <a:defRPr sz="1000"/>
            </a:lvl3pPr>
            <a:lvl4pPr marL="1828800" lvl="3" indent="-228600" algn="l">
              <a:spcBef>
                <a:spcPts val="250"/>
              </a:spcBef>
              <a:spcAft>
                <a:spcPts val="0"/>
              </a:spcAft>
              <a:buSzPts val="900"/>
              <a:buFont typeface="Arial"/>
              <a:buNone/>
              <a:defRPr sz="900"/>
            </a:lvl4pPr>
            <a:lvl5pPr marL="2286000" lvl="4" indent="-228600" algn="l">
              <a:spcBef>
                <a:spcPts val="225"/>
              </a:spcBef>
              <a:spcAft>
                <a:spcPts val="0"/>
              </a:spcAft>
              <a:buSzPts val="900"/>
              <a:buFont typeface="Arial"/>
              <a:buNone/>
              <a:defRPr sz="900"/>
            </a:lvl5pPr>
            <a:lvl6pPr marL="2743200" lvl="5" indent="-228600" algn="l">
              <a:spcBef>
                <a:spcPts val="225"/>
              </a:spcBef>
              <a:spcAft>
                <a:spcPts val="0"/>
              </a:spcAft>
              <a:buSzPts val="900"/>
              <a:buFont typeface="Arial"/>
              <a:buNone/>
              <a:defRPr sz="900"/>
            </a:lvl6pPr>
            <a:lvl7pPr marL="3200400" lvl="6" indent="-228600" algn="l">
              <a:spcBef>
                <a:spcPts val="225"/>
              </a:spcBef>
              <a:spcAft>
                <a:spcPts val="0"/>
              </a:spcAft>
              <a:buSzPts val="900"/>
              <a:buFont typeface="Arial"/>
              <a:buNone/>
              <a:defRPr sz="900"/>
            </a:lvl7pPr>
            <a:lvl8pPr marL="3657600" lvl="7" indent="-228600" algn="l">
              <a:spcBef>
                <a:spcPts val="225"/>
              </a:spcBef>
              <a:spcAft>
                <a:spcPts val="0"/>
              </a:spcAft>
              <a:buSzPts val="900"/>
              <a:buFont typeface="Arial"/>
              <a:buNone/>
              <a:defRPr sz="900"/>
            </a:lvl8pPr>
            <a:lvl9pPr marL="4114800" lvl="8" indent="-228600" algn="l">
              <a:spcBef>
                <a:spcPts val="225"/>
              </a:spcBef>
              <a:spcAft>
                <a:spcPts val="225"/>
              </a:spcAft>
              <a:buSzPts val="900"/>
              <a:buFont typeface="Arial"/>
              <a:buNone/>
              <a:defRPr sz="9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0"/>
        <p:cNvGrpSpPr/>
        <p:nvPr/>
      </p:nvGrpSpPr>
      <p:grpSpPr>
        <a:xfrm>
          <a:off x="0" y="0"/>
          <a:ext cx="0" cy="0"/>
          <a:chOff x="0" y="0"/>
          <a:chExt cx="0" cy="0"/>
        </a:xfrm>
      </p:grpSpPr>
      <p:sp>
        <p:nvSpPr>
          <p:cNvPr id="51" name="Google Shape;51;p26"/>
          <p:cNvSpPr txBox="1">
            <a:spLocks noGrp="1"/>
          </p:cNvSpPr>
          <p:nvPr>
            <p:ph type="title"/>
          </p:nvPr>
        </p:nvSpPr>
        <p:spPr>
          <a:xfrm>
            <a:off x="1930400" y="381000"/>
            <a:ext cx="6994525" cy="63341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6"/>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Autofit/>
          </a:bodyPr>
          <a:lstStyle>
            <a:lvl1pPr marL="457200" lvl="0" indent="-342900" algn="l">
              <a:spcBef>
                <a:spcPts val="450"/>
              </a:spcBef>
              <a:spcAft>
                <a:spcPts val="0"/>
              </a:spcAft>
              <a:buSzPts val="1800"/>
              <a:buChar char="▪"/>
              <a:defRPr/>
            </a:lvl1pPr>
            <a:lvl2pPr marL="914400" lvl="1" indent="-342900" algn="l">
              <a:spcBef>
                <a:spcPts val="450"/>
              </a:spcBef>
              <a:spcAft>
                <a:spcPts val="0"/>
              </a:spcAft>
              <a:buSzPts val="1800"/>
              <a:buChar char="–"/>
              <a:defRPr/>
            </a:lvl2pPr>
            <a:lvl3pPr marL="1371600" lvl="2" indent="-342900" algn="l">
              <a:spcBef>
                <a:spcPts val="450"/>
              </a:spcBef>
              <a:spcAft>
                <a:spcPts val="0"/>
              </a:spcAft>
              <a:buSzPts val="1800"/>
              <a:buChar char="•"/>
              <a:defRPr/>
            </a:lvl3pPr>
            <a:lvl4pPr marL="1828800" lvl="3" indent="-342900" algn="l">
              <a:spcBef>
                <a:spcPts val="450"/>
              </a:spcBef>
              <a:spcAft>
                <a:spcPts val="0"/>
              </a:spcAft>
              <a:buSzPts val="1800"/>
              <a:buChar char="–"/>
              <a:defRPr/>
            </a:lvl4pPr>
            <a:lvl5pPr marL="2286000" lvl="4" indent="-342900" algn="l">
              <a:spcBef>
                <a:spcPts val="450"/>
              </a:spcBef>
              <a:spcAft>
                <a:spcPts val="0"/>
              </a:spcAft>
              <a:buSzPts val="1800"/>
              <a:buChar char="»"/>
              <a:defRPr/>
            </a:lvl5pPr>
            <a:lvl6pPr marL="2743200" lvl="5" indent="-342900" algn="l">
              <a:spcBef>
                <a:spcPts val="450"/>
              </a:spcBef>
              <a:spcAft>
                <a:spcPts val="0"/>
              </a:spcAft>
              <a:buSzPts val="1800"/>
              <a:buChar char="»"/>
              <a:defRPr/>
            </a:lvl6pPr>
            <a:lvl7pPr marL="3200400" lvl="6" indent="-342900" algn="l">
              <a:spcBef>
                <a:spcPts val="450"/>
              </a:spcBef>
              <a:spcAft>
                <a:spcPts val="0"/>
              </a:spcAft>
              <a:buSzPts val="1800"/>
              <a:buChar char="»"/>
              <a:defRPr/>
            </a:lvl7pPr>
            <a:lvl8pPr marL="3657600" lvl="7" indent="-342900" algn="l">
              <a:spcBef>
                <a:spcPts val="450"/>
              </a:spcBef>
              <a:spcAft>
                <a:spcPts val="0"/>
              </a:spcAft>
              <a:buSzPts val="1800"/>
              <a:buChar char="»"/>
              <a:defRPr/>
            </a:lvl8pPr>
            <a:lvl9pPr marL="4114800" lvl="8" indent="-342900" algn="l">
              <a:spcBef>
                <a:spcPts val="450"/>
              </a:spcBef>
              <a:spcAft>
                <a:spcPts val="450"/>
              </a:spcAft>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53"/>
        <p:cNvGrpSpPr/>
        <p:nvPr/>
      </p:nvGrpSpPr>
      <p:grpSpPr>
        <a:xfrm>
          <a:off x="0" y="0"/>
          <a:ext cx="0" cy="0"/>
          <a:chOff x="0" y="0"/>
          <a:chExt cx="0" cy="0"/>
        </a:xfrm>
      </p:grpSpPr>
      <p:sp>
        <p:nvSpPr>
          <p:cNvPr id="54" name="Google Shape;54;p27"/>
          <p:cNvSpPr txBox="1">
            <a:spLocks noGrp="1"/>
          </p:cNvSpPr>
          <p:nvPr>
            <p:ph type="title"/>
          </p:nvPr>
        </p:nvSpPr>
        <p:spPr>
          <a:xfrm rot="5400000">
            <a:off x="4994275" y="2195513"/>
            <a:ext cx="5745163" cy="211613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27"/>
          <p:cNvSpPr txBox="1">
            <a:spLocks noGrp="1"/>
          </p:cNvSpPr>
          <p:nvPr>
            <p:ph type="body" idx="1"/>
          </p:nvPr>
        </p:nvSpPr>
        <p:spPr>
          <a:xfrm rot="5400000">
            <a:off x="684213" y="153987"/>
            <a:ext cx="5745163" cy="6199188"/>
          </a:xfrm>
          <a:prstGeom prst="rect">
            <a:avLst/>
          </a:prstGeom>
          <a:noFill/>
          <a:ln>
            <a:noFill/>
          </a:ln>
        </p:spPr>
        <p:txBody>
          <a:bodyPr spcFirstLastPara="1" wrap="square" lIns="91425" tIns="45700" rIns="91425" bIns="45700" anchor="t" anchorCtr="0">
            <a:noAutofit/>
          </a:bodyPr>
          <a:lstStyle>
            <a:lvl1pPr marL="457200" lvl="0" indent="-342900" algn="l">
              <a:spcBef>
                <a:spcPts val="450"/>
              </a:spcBef>
              <a:spcAft>
                <a:spcPts val="0"/>
              </a:spcAft>
              <a:buSzPts val="1800"/>
              <a:buChar char="▪"/>
              <a:defRPr/>
            </a:lvl1pPr>
            <a:lvl2pPr marL="914400" lvl="1" indent="-342900" algn="l">
              <a:spcBef>
                <a:spcPts val="450"/>
              </a:spcBef>
              <a:spcAft>
                <a:spcPts val="0"/>
              </a:spcAft>
              <a:buSzPts val="1800"/>
              <a:buChar char="–"/>
              <a:defRPr/>
            </a:lvl2pPr>
            <a:lvl3pPr marL="1371600" lvl="2" indent="-342900" algn="l">
              <a:spcBef>
                <a:spcPts val="450"/>
              </a:spcBef>
              <a:spcAft>
                <a:spcPts val="0"/>
              </a:spcAft>
              <a:buSzPts val="1800"/>
              <a:buChar char="•"/>
              <a:defRPr/>
            </a:lvl3pPr>
            <a:lvl4pPr marL="1828800" lvl="3" indent="-342900" algn="l">
              <a:spcBef>
                <a:spcPts val="450"/>
              </a:spcBef>
              <a:spcAft>
                <a:spcPts val="0"/>
              </a:spcAft>
              <a:buSzPts val="1800"/>
              <a:buChar char="–"/>
              <a:defRPr/>
            </a:lvl4pPr>
            <a:lvl5pPr marL="2286000" lvl="4" indent="-342900" algn="l">
              <a:spcBef>
                <a:spcPts val="450"/>
              </a:spcBef>
              <a:spcAft>
                <a:spcPts val="0"/>
              </a:spcAft>
              <a:buSzPts val="1800"/>
              <a:buChar char="»"/>
              <a:defRPr/>
            </a:lvl5pPr>
            <a:lvl6pPr marL="2743200" lvl="5" indent="-342900" algn="l">
              <a:spcBef>
                <a:spcPts val="450"/>
              </a:spcBef>
              <a:spcAft>
                <a:spcPts val="0"/>
              </a:spcAft>
              <a:buSzPts val="1800"/>
              <a:buChar char="»"/>
              <a:defRPr/>
            </a:lvl6pPr>
            <a:lvl7pPr marL="3200400" lvl="6" indent="-342900" algn="l">
              <a:spcBef>
                <a:spcPts val="450"/>
              </a:spcBef>
              <a:spcAft>
                <a:spcPts val="0"/>
              </a:spcAft>
              <a:buSzPts val="1800"/>
              <a:buChar char="»"/>
              <a:defRPr/>
            </a:lvl7pPr>
            <a:lvl8pPr marL="3657600" lvl="7" indent="-342900" algn="l">
              <a:spcBef>
                <a:spcPts val="450"/>
              </a:spcBef>
              <a:spcAft>
                <a:spcPts val="0"/>
              </a:spcAft>
              <a:buSzPts val="1800"/>
              <a:buChar char="»"/>
              <a:defRPr/>
            </a:lvl8pPr>
            <a:lvl9pPr marL="4114800" lvl="8" indent="-342900" algn="l">
              <a:spcBef>
                <a:spcPts val="450"/>
              </a:spcBef>
              <a:spcAft>
                <a:spcPts val="450"/>
              </a:spcAft>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Diagram or Organization Chart" type="dgm">
  <p:cSld name="DIAGRAM">
    <p:spTree>
      <p:nvGrpSpPr>
        <p:cNvPr id="1" name="Shape 56"/>
        <p:cNvGrpSpPr/>
        <p:nvPr/>
      </p:nvGrpSpPr>
      <p:grpSpPr>
        <a:xfrm>
          <a:off x="0" y="0"/>
          <a:ext cx="0" cy="0"/>
          <a:chOff x="0" y="0"/>
          <a:chExt cx="0" cy="0"/>
        </a:xfrm>
      </p:grpSpPr>
      <p:sp>
        <p:nvSpPr>
          <p:cNvPr id="57" name="Google Shape;57;p28"/>
          <p:cNvSpPr txBox="1">
            <a:spLocks noGrp="1"/>
          </p:cNvSpPr>
          <p:nvPr>
            <p:ph type="title"/>
          </p:nvPr>
        </p:nvSpPr>
        <p:spPr>
          <a:xfrm>
            <a:off x="1930400" y="381000"/>
            <a:ext cx="6994525" cy="63341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8"/>
          <p:cNvSpPr>
            <a:spLocks noGrp="1"/>
          </p:cNvSpPr>
          <p:nvPr>
            <p:ph type="dgm" idx="2"/>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R="0" lvl="0" algn="l" rtl="0">
              <a:spcBef>
                <a:spcPts val="700"/>
              </a:spcBef>
              <a:spcAft>
                <a:spcPts val="0"/>
              </a:spcAft>
              <a:buClr>
                <a:srgbClr val="005AA6"/>
              </a:buClr>
              <a:buSzPts val="2800"/>
              <a:buFont typeface="Noto Sans Symbols"/>
              <a:buChar char="▪"/>
              <a:defRPr sz="2800" b="0" i="0" u="none" strike="noStrike" cap="none">
                <a:solidFill>
                  <a:srgbClr val="4D4D4D"/>
                </a:solidFill>
                <a:latin typeface="Arial"/>
                <a:ea typeface="Arial"/>
                <a:cs typeface="Arial"/>
                <a:sym typeface="Arial"/>
              </a:defRPr>
            </a:lvl1pPr>
            <a:lvl2pPr marR="0" lvl="1" algn="l" rtl="0">
              <a:spcBef>
                <a:spcPts val="700"/>
              </a:spcBef>
              <a:spcAft>
                <a:spcPts val="0"/>
              </a:spcAft>
              <a:buClr>
                <a:srgbClr val="005AA6"/>
              </a:buClr>
              <a:buSzPts val="2400"/>
              <a:buFont typeface="Arial"/>
              <a:buChar char="–"/>
              <a:defRPr sz="2400" b="0" i="0" u="none" strike="noStrike" cap="none">
                <a:solidFill>
                  <a:srgbClr val="4D4D4D"/>
                </a:solidFill>
                <a:latin typeface="Arial"/>
                <a:ea typeface="Arial"/>
                <a:cs typeface="Arial"/>
                <a:sym typeface="Arial"/>
              </a:defRPr>
            </a:lvl2pPr>
            <a:lvl3pPr marR="0" lvl="2" algn="l" rtl="0">
              <a:spcBef>
                <a:spcPts val="600"/>
              </a:spcBef>
              <a:spcAft>
                <a:spcPts val="0"/>
              </a:spcAft>
              <a:buClr>
                <a:srgbClr val="005AA6"/>
              </a:buClr>
              <a:buSzPts val="2000"/>
              <a:buFont typeface="Arial"/>
              <a:buChar char="•"/>
              <a:defRPr sz="2000" b="0" i="0" u="none" strike="noStrike" cap="none">
                <a:solidFill>
                  <a:srgbClr val="4D4D4D"/>
                </a:solidFill>
                <a:latin typeface="Arial"/>
                <a:ea typeface="Arial"/>
                <a:cs typeface="Arial"/>
                <a:sym typeface="Arial"/>
              </a:defRPr>
            </a:lvl3pPr>
            <a:lvl4pPr marR="0" lvl="3" algn="l" rtl="0">
              <a:spcBef>
                <a:spcPts val="500"/>
              </a:spcBef>
              <a:spcAft>
                <a:spcPts val="0"/>
              </a:spcAft>
              <a:buClr>
                <a:srgbClr val="005AA6"/>
              </a:buClr>
              <a:buSzPts val="1800"/>
              <a:buFont typeface="Arial"/>
              <a:buChar char="–"/>
              <a:defRPr sz="1800" b="0" i="0" u="none" strike="noStrike" cap="none">
                <a:solidFill>
                  <a:srgbClr val="4D4D4D"/>
                </a:solidFill>
                <a:latin typeface="Arial"/>
                <a:ea typeface="Arial"/>
                <a:cs typeface="Arial"/>
                <a:sym typeface="Arial"/>
              </a:defRPr>
            </a:lvl4pPr>
            <a:lvl5pPr marR="0" lvl="4" algn="l" rtl="0">
              <a:spcBef>
                <a:spcPts val="450"/>
              </a:spcBef>
              <a:spcAft>
                <a:spcPts val="0"/>
              </a:spcAft>
              <a:buClr>
                <a:srgbClr val="005AA6"/>
              </a:buClr>
              <a:buSzPts val="1800"/>
              <a:buFont typeface="Arial"/>
              <a:buChar char="»"/>
              <a:defRPr sz="1800" b="0" i="0" u="none" strike="noStrike" cap="none">
                <a:solidFill>
                  <a:srgbClr val="4D4D4D"/>
                </a:solidFill>
                <a:latin typeface="Arial"/>
                <a:ea typeface="Arial"/>
                <a:cs typeface="Arial"/>
                <a:sym typeface="Arial"/>
              </a:defRPr>
            </a:lvl5pPr>
            <a:lvl6pPr marR="0" lvl="5" algn="l" rtl="0">
              <a:spcBef>
                <a:spcPts val="450"/>
              </a:spcBef>
              <a:spcAft>
                <a:spcPts val="0"/>
              </a:spcAft>
              <a:buClr>
                <a:srgbClr val="005AA6"/>
              </a:buClr>
              <a:buSzPts val="1800"/>
              <a:buFont typeface="Arial"/>
              <a:buChar char="»"/>
              <a:defRPr sz="1800" b="0" i="0" u="none" strike="noStrike" cap="none">
                <a:solidFill>
                  <a:srgbClr val="4D4D4D"/>
                </a:solidFill>
                <a:latin typeface="Arial"/>
                <a:ea typeface="Arial"/>
                <a:cs typeface="Arial"/>
                <a:sym typeface="Arial"/>
              </a:defRPr>
            </a:lvl6pPr>
            <a:lvl7pPr marR="0" lvl="6" algn="l" rtl="0">
              <a:spcBef>
                <a:spcPts val="450"/>
              </a:spcBef>
              <a:spcAft>
                <a:spcPts val="0"/>
              </a:spcAft>
              <a:buClr>
                <a:srgbClr val="005AA6"/>
              </a:buClr>
              <a:buSzPts val="1800"/>
              <a:buFont typeface="Arial"/>
              <a:buChar char="»"/>
              <a:defRPr sz="1800" b="0" i="0" u="none" strike="noStrike" cap="none">
                <a:solidFill>
                  <a:srgbClr val="4D4D4D"/>
                </a:solidFill>
                <a:latin typeface="Arial"/>
                <a:ea typeface="Arial"/>
                <a:cs typeface="Arial"/>
                <a:sym typeface="Arial"/>
              </a:defRPr>
            </a:lvl7pPr>
            <a:lvl8pPr marR="0" lvl="7" algn="l" rtl="0">
              <a:spcBef>
                <a:spcPts val="450"/>
              </a:spcBef>
              <a:spcAft>
                <a:spcPts val="0"/>
              </a:spcAft>
              <a:buClr>
                <a:srgbClr val="005AA6"/>
              </a:buClr>
              <a:buSzPts val="1800"/>
              <a:buFont typeface="Arial"/>
              <a:buChar char="»"/>
              <a:defRPr sz="1800" b="0" i="0" u="none" strike="noStrike" cap="none">
                <a:solidFill>
                  <a:srgbClr val="4D4D4D"/>
                </a:solidFill>
                <a:latin typeface="Arial"/>
                <a:ea typeface="Arial"/>
                <a:cs typeface="Arial"/>
                <a:sym typeface="Arial"/>
              </a:defRPr>
            </a:lvl8pPr>
            <a:lvl9pPr marR="0" lvl="8" algn="l" rtl="0">
              <a:spcBef>
                <a:spcPts val="450"/>
              </a:spcBef>
              <a:spcAft>
                <a:spcPts val="450"/>
              </a:spcAft>
              <a:buClr>
                <a:srgbClr val="005AA6"/>
              </a:buClr>
              <a:buSzPts val="1800"/>
              <a:buFont typeface="Arial"/>
              <a:buChar char="»"/>
              <a:defRPr sz="1800" b="0" i="0" u="none" strike="noStrike" cap="none">
                <a:solidFill>
                  <a:srgbClr val="4D4D4D"/>
                </a:solidFill>
                <a:latin typeface="Arial"/>
                <a:ea typeface="Arial"/>
                <a:cs typeface="Arial"/>
                <a:sym typeface="Aria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cxnSp>
        <p:nvCxnSpPr>
          <p:cNvPr id="10" name="Google Shape;10;p16"/>
          <p:cNvCxnSpPr/>
          <p:nvPr/>
        </p:nvCxnSpPr>
        <p:spPr>
          <a:xfrm>
            <a:off x="-6350" y="6565900"/>
            <a:ext cx="9150350" cy="0"/>
          </a:xfrm>
          <a:prstGeom prst="straightConnector1">
            <a:avLst/>
          </a:prstGeom>
          <a:noFill/>
          <a:ln w="57150" cap="flat" cmpd="sng">
            <a:solidFill>
              <a:srgbClr val="7482BF"/>
            </a:solidFill>
            <a:prstDash val="solid"/>
            <a:round/>
            <a:headEnd type="none" w="sm" len="sm"/>
            <a:tailEnd type="none" w="sm" len="sm"/>
          </a:ln>
        </p:spPr>
      </p:cxnSp>
      <p:sp>
        <p:nvSpPr>
          <p:cNvPr id="11" name="Google Shape;11;p16"/>
          <p:cNvSpPr/>
          <p:nvPr/>
        </p:nvSpPr>
        <p:spPr>
          <a:xfrm>
            <a:off x="1652588" y="0"/>
            <a:ext cx="7497762" cy="1065213"/>
          </a:xfrm>
          <a:prstGeom prst="rect">
            <a:avLst/>
          </a:prstGeom>
          <a:solidFill>
            <a:srgbClr val="7482B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12" name="Google Shape;12;p16"/>
          <p:cNvPicPr preferRelativeResize="0"/>
          <p:nvPr/>
        </p:nvPicPr>
        <p:blipFill rotWithShape="1">
          <a:blip r:embed="rId14">
            <a:alphaModFix/>
          </a:blip>
          <a:srcRect l="1305" t="2190" r="1262" b="2047"/>
          <a:stretch/>
        </p:blipFill>
        <p:spPr>
          <a:xfrm>
            <a:off x="0" y="0"/>
            <a:ext cx="1652588" cy="1065213"/>
          </a:xfrm>
          <a:prstGeom prst="rect">
            <a:avLst/>
          </a:prstGeom>
          <a:noFill/>
          <a:ln>
            <a:noFill/>
          </a:ln>
        </p:spPr>
      </p:pic>
      <p:pic>
        <p:nvPicPr>
          <p:cNvPr id="13" name="Google Shape;13;p16"/>
          <p:cNvPicPr preferRelativeResize="0"/>
          <p:nvPr/>
        </p:nvPicPr>
        <p:blipFill rotWithShape="1">
          <a:blip r:embed="rId15">
            <a:alphaModFix/>
          </a:blip>
          <a:srcRect/>
          <a:stretch/>
        </p:blipFill>
        <p:spPr>
          <a:xfrm>
            <a:off x="2046288" y="114300"/>
            <a:ext cx="5930900" cy="241300"/>
          </a:xfrm>
          <a:prstGeom prst="rect">
            <a:avLst/>
          </a:prstGeom>
          <a:noFill/>
          <a:ln>
            <a:noFill/>
          </a:ln>
        </p:spPr>
      </p:pic>
      <p:sp>
        <p:nvSpPr>
          <p:cNvPr id="14" name="Google Shape;14;p16"/>
          <p:cNvSpPr txBox="1">
            <a:spLocks noGrp="1"/>
          </p:cNvSpPr>
          <p:nvPr>
            <p:ph type="title"/>
          </p:nvPr>
        </p:nvSpPr>
        <p:spPr>
          <a:xfrm>
            <a:off x="1930400" y="381000"/>
            <a:ext cx="6994525" cy="633413"/>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3600" b="1" i="0" u="none" strike="noStrike" cap="none">
                <a:solidFill>
                  <a:schemeClr val="dk2"/>
                </a:solidFill>
                <a:latin typeface="Arial"/>
                <a:ea typeface="Arial"/>
                <a:cs typeface="Arial"/>
                <a:sym typeface="Arial"/>
              </a:defRPr>
            </a:lvl1pPr>
            <a:lvl2pPr marR="0" lvl="1" algn="l" rtl="0">
              <a:spcBef>
                <a:spcPts val="0"/>
              </a:spcBef>
              <a:spcAft>
                <a:spcPts val="0"/>
              </a:spcAft>
              <a:buSzPts val="1400"/>
              <a:buNone/>
              <a:defRPr sz="3600" b="1" i="0" u="none" strike="noStrike" cap="none">
                <a:solidFill>
                  <a:schemeClr val="dk2"/>
                </a:solidFill>
                <a:latin typeface="Arial"/>
                <a:ea typeface="Arial"/>
                <a:cs typeface="Arial"/>
                <a:sym typeface="Arial"/>
              </a:defRPr>
            </a:lvl2pPr>
            <a:lvl3pPr marR="0" lvl="2" algn="l" rtl="0">
              <a:spcBef>
                <a:spcPts val="0"/>
              </a:spcBef>
              <a:spcAft>
                <a:spcPts val="0"/>
              </a:spcAft>
              <a:buSzPts val="1400"/>
              <a:buNone/>
              <a:defRPr sz="3600" b="1" i="0" u="none" strike="noStrike" cap="none">
                <a:solidFill>
                  <a:schemeClr val="dk2"/>
                </a:solidFill>
                <a:latin typeface="Arial"/>
                <a:ea typeface="Arial"/>
                <a:cs typeface="Arial"/>
                <a:sym typeface="Arial"/>
              </a:defRPr>
            </a:lvl3pPr>
            <a:lvl4pPr marR="0" lvl="3" algn="l" rtl="0">
              <a:spcBef>
                <a:spcPts val="0"/>
              </a:spcBef>
              <a:spcAft>
                <a:spcPts val="0"/>
              </a:spcAft>
              <a:buSzPts val="1400"/>
              <a:buNone/>
              <a:defRPr sz="3600" b="1" i="0" u="none" strike="noStrike" cap="none">
                <a:solidFill>
                  <a:schemeClr val="dk2"/>
                </a:solidFill>
                <a:latin typeface="Arial"/>
                <a:ea typeface="Arial"/>
                <a:cs typeface="Arial"/>
                <a:sym typeface="Arial"/>
              </a:defRPr>
            </a:lvl4pPr>
            <a:lvl5pPr marR="0" lvl="4" algn="l" rtl="0">
              <a:spcBef>
                <a:spcPts val="0"/>
              </a:spcBef>
              <a:spcAft>
                <a:spcPts val="0"/>
              </a:spcAft>
              <a:buSzPts val="1400"/>
              <a:buNone/>
              <a:defRPr sz="3600" b="1" i="0" u="none" strike="noStrike" cap="none">
                <a:solidFill>
                  <a:schemeClr val="dk2"/>
                </a:solidFill>
                <a:latin typeface="Arial"/>
                <a:ea typeface="Arial"/>
                <a:cs typeface="Arial"/>
                <a:sym typeface="Arial"/>
              </a:defRPr>
            </a:lvl5pPr>
            <a:lvl6pPr marR="0" lvl="5" algn="l" rtl="0">
              <a:spcBef>
                <a:spcPts val="0"/>
              </a:spcBef>
              <a:spcAft>
                <a:spcPts val="0"/>
              </a:spcAft>
              <a:buSzPts val="1400"/>
              <a:buNone/>
              <a:defRPr sz="3600" b="1" i="0" u="none" strike="noStrike" cap="none">
                <a:solidFill>
                  <a:schemeClr val="dk2"/>
                </a:solidFill>
                <a:latin typeface="Arial"/>
                <a:ea typeface="Arial"/>
                <a:cs typeface="Arial"/>
                <a:sym typeface="Arial"/>
              </a:defRPr>
            </a:lvl6pPr>
            <a:lvl7pPr marR="0" lvl="6" algn="l" rtl="0">
              <a:spcBef>
                <a:spcPts val="0"/>
              </a:spcBef>
              <a:spcAft>
                <a:spcPts val="0"/>
              </a:spcAft>
              <a:buSzPts val="1400"/>
              <a:buNone/>
              <a:defRPr sz="3600" b="1" i="0" u="none" strike="noStrike" cap="none">
                <a:solidFill>
                  <a:schemeClr val="dk2"/>
                </a:solidFill>
                <a:latin typeface="Arial"/>
                <a:ea typeface="Arial"/>
                <a:cs typeface="Arial"/>
                <a:sym typeface="Arial"/>
              </a:defRPr>
            </a:lvl7pPr>
            <a:lvl8pPr marR="0" lvl="7" algn="l" rtl="0">
              <a:spcBef>
                <a:spcPts val="0"/>
              </a:spcBef>
              <a:spcAft>
                <a:spcPts val="0"/>
              </a:spcAft>
              <a:buSzPts val="1400"/>
              <a:buNone/>
              <a:defRPr sz="3600" b="1" i="0" u="none" strike="noStrike" cap="none">
                <a:solidFill>
                  <a:schemeClr val="dk2"/>
                </a:solidFill>
                <a:latin typeface="Arial"/>
                <a:ea typeface="Arial"/>
                <a:cs typeface="Arial"/>
                <a:sym typeface="Arial"/>
              </a:defRPr>
            </a:lvl8pPr>
            <a:lvl9pPr marR="0" lvl="8" algn="l" rtl="0">
              <a:spcBef>
                <a:spcPts val="0"/>
              </a:spcBef>
              <a:spcAft>
                <a:spcPts val="0"/>
              </a:spcAft>
              <a:buSzPts val="1400"/>
              <a:buNone/>
              <a:defRPr sz="3600" b="1" i="0" u="none" strike="noStrike" cap="none">
                <a:solidFill>
                  <a:schemeClr val="dk2"/>
                </a:solidFill>
                <a:latin typeface="Arial"/>
                <a:ea typeface="Arial"/>
                <a:cs typeface="Arial"/>
                <a:sym typeface="Arial"/>
              </a:defRPr>
            </a:lvl9pPr>
          </a:lstStyle>
          <a:p>
            <a:endParaRPr/>
          </a:p>
        </p:txBody>
      </p:sp>
      <p:sp>
        <p:nvSpPr>
          <p:cNvPr id="15" name="Google Shape;15;p1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700"/>
              </a:spcBef>
              <a:spcAft>
                <a:spcPts val="0"/>
              </a:spcAft>
              <a:buClr>
                <a:srgbClr val="005AA6"/>
              </a:buClr>
              <a:buSzPts val="2800"/>
              <a:buFont typeface="Noto Sans Symbols"/>
              <a:buChar char="▪"/>
              <a:defRPr sz="2800" b="0" i="0" u="none" strike="noStrike" cap="none">
                <a:solidFill>
                  <a:srgbClr val="4D4D4D"/>
                </a:solidFill>
                <a:latin typeface="Arial"/>
                <a:ea typeface="Arial"/>
                <a:cs typeface="Arial"/>
                <a:sym typeface="Arial"/>
              </a:defRPr>
            </a:lvl1pPr>
            <a:lvl2pPr marL="914400" marR="0" lvl="1" indent="-381000" algn="l" rtl="0">
              <a:spcBef>
                <a:spcPts val="700"/>
              </a:spcBef>
              <a:spcAft>
                <a:spcPts val="0"/>
              </a:spcAft>
              <a:buClr>
                <a:srgbClr val="005AA6"/>
              </a:buClr>
              <a:buSzPts val="2400"/>
              <a:buFont typeface="Arial"/>
              <a:buChar char="–"/>
              <a:defRPr sz="2400" b="0" i="0" u="none" strike="noStrike" cap="none">
                <a:solidFill>
                  <a:srgbClr val="4D4D4D"/>
                </a:solidFill>
                <a:latin typeface="Arial"/>
                <a:ea typeface="Arial"/>
                <a:cs typeface="Arial"/>
                <a:sym typeface="Arial"/>
              </a:defRPr>
            </a:lvl2pPr>
            <a:lvl3pPr marL="1371600" marR="0" lvl="2" indent="-355600" algn="l" rtl="0">
              <a:spcBef>
                <a:spcPts val="600"/>
              </a:spcBef>
              <a:spcAft>
                <a:spcPts val="0"/>
              </a:spcAft>
              <a:buClr>
                <a:srgbClr val="005AA6"/>
              </a:buClr>
              <a:buSzPts val="2000"/>
              <a:buFont typeface="Arial"/>
              <a:buChar char="•"/>
              <a:defRPr sz="2000" b="0" i="0" u="none" strike="noStrike" cap="none">
                <a:solidFill>
                  <a:srgbClr val="4D4D4D"/>
                </a:solidFill>
                <a:latin typeface="Arial"/>
                <a:ea typeface="Arial"/>
                <a:cs typeface="Arial"/>
                <a:sym typeface="Arial"/>
              </a:defRPr>
            </a:lvl3pPr>
            <a:lvl4pPr marL="1828800" marR="0" lvl="3" indent="-342900" algn="l" rtl="0">
              <a:spcBef>
                <a:spcPts val="500"/>
              </a:spcBef>
              <a:spcAft>
                <a:spcPts val="0"/>
              </a:spcAft>
              <a:buClr>
                <a:srgbClr val="005AA6"/>
              </a:buClr>
              <a:buSzPts val="1800"/>
              <a:buFont typeface="Arial"/>
              <a:buChar char="–"/>
              <a:defRPr sz="1800" b="0" i="0" u="none" strike="noStrike" cap="none">
                <a:solidFill>
                  <a:srgbClr val="4D4D4D"/>
                </a:solidFill>
                <a:latin typeface="Arial"/>
                <a:ea typeface="Arial"/>
                <a:cs typeface="Arial"/>
                <a:sym typeface="Arial"/>
              </a:defRPr>
            </a:lvl4pPr>
            <a:lvl5pPr marL="2286000" marR="0" lvl="4" indent="-342900" algn="l" rtl="0">
              <a:spcBef>
                <a:spcPts val="450"/>
              </a:spcBef>
              <a:spcAft>
                <a:spcPts val="0"/>
              </a:spcAft>
              <a:buClr>
                <a:srgbClr val="005AA6"/>
              </a:buClr>
              <a:buSzPts val="1800"/>
              <a:buFont typeface="Arial"/>
              <a:buChar char="»"/>
              <a:defRPr sz="1800" b="0" i="0" u="none" strike="noStrike" cap="none">
                <a:solidFill>
                  <a:srgbClr val="4D4D4D"/>
                </a:solidFill>
                <a:latin typeface="Arial"/>
                <a:ea typeface="Arial"/>
                <a:cs typeface="Arial"/>
                <a:sym typeface="Arial"/>
              </a:defRPr>
            </a:lvl5pPr>
            <a:lvl6pPr marL="2743200" marR="0" lvl="5" indent="-342900" algn="l" rtl="0">
              <a:spcBef>
                <a:spcPts val="450"/>
              </a:spcBef>
              <a:spcAft>
                <a:spcPts val="0"/>
              </a:spcAft>
              <a:buClr>
                <a:srgbClr val="005AA6"/>
              </a:buClr>
              <a:buSzPts val="1800"/>
              <a:buFont typeface="Arial"/>
              <a:buChar char="»"/>
              <a:defRPr sz="1800" b="0" i="0" u="none" strike="noStrike" cap="none">
                <a:solidFill>
                  <a:srgbClr val="4D4D4D"/>
                </a:solidFill>
                <a:latin typeface="Arial"/>
                <a:ea typeface="Arial"/>
                <a:cs typeface="Arial"/>
                <a:sym typeface="Arial"/>
              </a:defRPr>
            </a:lvl6pPr>
            <a:lvl7pPr marL="3200400" marR="0" lvl="6" indent="-342900" algn="l" rtl="0">
              <a:spcBef>
                <a:spcPts val="450"/>
              </a:spcBef>
              <a:spcAft>
                <a:spcPts val="0"/>
              </a:spcAft>
              <a:buClr>
                <a:srgbClr val="005AA6"/>
              </a:buClr>
              <a:buSzPts val="1800"/>
              <a:buFont typeface="Arial"/>
              <a:buChar char="»"/>
              <a:defRPr sz="1800" b="0" i="0" u="none" strike="noStrike" cap="none">
                <a:solidFill>
                  <a:srgbClr val="4D4D4D"/>
                </a:solidFill>
                <a:latin typeface="Arial"/>
                <a:ea typeface="Arial"/>
                <a:cs typeface="Arial"/>
                <a:sym typeface="Arial"/>
              </a:defRPr>
            </a:lvl7pPr>
            <a:lvl8pPr marL="3657600" marR="0" lvl="7" indent="-342900" algn="l" rtl="0">
              <a:spcBef>
                <a:spcPts val="450"/>
              </a:spcBef>
              <a:spcAft>
                <a:spcPts val="0"/>
              </a:spcAft>
              <a:buClr>
                <a:srgbClr val="005AA6"/>
              </a:buClr>
              <a:buSzPts val="1800"/>
              <a:buFont typeface="Arial"/>
              <a:buChar char="»"/>
              <a:defRPr sz="1800" b="0" i="0" u="none" strike="noStrike" cap="none">
                <a:solidFill>
                  <a:srgbClr val="4D4D4D"/>
                </a:solidFill>
                <a:latin typeface="Arial"/>
                <a:ea typeface="Arial"/>
                <a:cs typeface="Arial"/>
                <a:sym typeface="Arial"/>
              </a:defRPr>
            </a:lvl8pPr>
            <a:lvl9pPr marL="4114800" marR="0" lvl="8" indent="-342900" algn="l" rtl="0">
              <a:spcBef>
                <a:spcPts val="450"/>
              </a:spcBef>
              <a:spcAft>
                <a:spcPts val="450"/>
              </a:spcAft>
              <a:buClr>
                <a:srgbClr val="005AA6"/>
              </a:buClr>
              <a:buSzPts val="1800"/>
              <a:buFont typeface="Arial"/>
              <a:buChar char="»"/>
              <a:defRPr sz="1800" b="0" i="0" u="none" strike="noStrike" cap="none">
                <a:solidFill>
                  <a:srgbClr val="4D4D4D"/>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indeed.com/career-advice/interviewing/how-to-ask-for-an-informational-interview"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
          <p:cNvSpPr txBox="1">
            <a:spLocks noGrp="1"/>
          </p:cNvSpPr>
          <p:nvPr>
            <p:ph type="subTitle" idx="1"/>
          </p:nvPr>
        </p:nvSpPr>
        <p:spPr>
          <a:xfrm>
            <a:off x="838200" y="2408237"/>
            <a:ext cx="7467600" cy="251646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SzPts val="4400"/>
              <a:buNone/>
            </a:pPr>
            <a:endParaRPr/>
          </a:p>
          <a:p>
            <a:pPr marL="0" lvl="0" indent="0" algn="ctr" rtl="0">
              <a:spcBef>
                <a:spcPts val="2200"/>
              </a:spcBef>
              <a:spcAft>
                <a:spcPts val="0"/>
              </a:spcAft>
              <a:buSzPts val="4400"/>
              <a:buNone/>
            </a:pPr>
            <a:r>
              <a:rPr lang="en-CA"/>
              <a:t>ELEVATOR PITCH </a:t>
            </a:r>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2"/>
          <p:cNvSpPr txBox="1">
            <a:spLocks noGrp="1"/>
          </p:cNvSpPr>
          <p:nvPr>
            <p:ph type="title"/>
          </p:nvPr>
        </p:nvSpPr>
        <p:spPr>
          <a:xfrm>
            <a:off x="1930401" y="783771"/>
            <a:ext cx="3621314" cy="230642"/>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CA"/>
              <a:t>Elevator Pitch </a:t>
            </a:r>
            <a:br>
              <a:rPr lang="en-CA"/>
            </a:br>
            <a:endParaRPr/>
          </a:p>
        </p:txBody>
      </p:sp>
      <p:sp>
        <p:nvSpPr>
          <p:cNvPr id="70" name="Google Shape;70;p2"/>
          <p:cNvSpPr txBox="1">
            <a:spLocks noGrp="1"/>
          </p:cNvSpPr>
          <p:nvPr>
            <p:ph type="body" idx="1"/>
          </p:nvPr>
        </p:nvSpPr>
        <p:spPr>
          <a:xfrm>
            <a:off x="457200" y="1312817"/>
            <a:ext cx="8229600" cy="4525963"/>
          </a:xfrm>
          <a:prstGeom prst="rect">
            <a:avLst/>
          </a:prstGeom>
          <a:noFill/>
          <a:ln>
            <a:noFill/>
          </a:ln>
        </p:spPr>
        <p:txBody>
          <a:bodyPr spcFirstLastPara="1" wrap="square" lIns="91425" tIns="45700" rIns="91425" bIns="45700" anchor="t" anchorCtr="0">
            <a:noAutofit/>
          </a:bodyPr>
          <a:lstStyle/>
          <a:p>
            <a:pPr marL="342900" lvl="0" indent="-165100" algn="l" rtl="0">
              <a:spcBef>
                <a:spcPts val="0"/>
              </a:spcBef>
              <a:spcAft>
                <a:spcPts val="0"/>
              </a:spcAft>
              <a:buSzPts val="2800"/>
              <a:buNone/>
            </a:pPr>
            <a:endParaRPr/>
          </a:p>
          <a:p>
            <a:pPr marL="342900" lvl="0" indent="-165100" algn="l" rtl="0">
              <a:spcBef>
                <a:spcPts val="1400"/>
              </a:spcBef>
              <a:spcAft>
                <a:spcPts val="0"/>
              </a:spcAft>
              <a:buSzPts val="2800"/>
              <a:buNone/>
            </a:pPr>
            <a:endParaRPr/>
          </a:p>
          <a:p>
            <a:pPr marL="342900" lvl="0" indent="-165100" algn="l" rtl="0">
              <a:spcBef>
                <a:spcPts val="1400"/>
              </a:spcBef>
              <a:spcAft>
                <a:spcPts val="0"/>
              </a:spcAft>
              <a:buSzPts val="2800"/>
              <a:buNone/>
            </a:pPr>
            <a:endParaRPr/>
          </a:p>
          <a:p>
            <a:pPr marL="342900" lvl="0" indent="-342900" algn="l" rtl="0">
              <a:spcBef>
                <a:spcPts val="1400"/>
              </a:spcBef>
              <a:spcAft>
                <a:spcPts val="0"/>
              </a:spcAft>
              <a:buSzPts val="2800"/>
              <a:buChar char="▪"/>
            </a:pPr>
            <a:r>
              <a:rPr lang="en-CA"/>
              <a:t>What is an Elevator Pitch</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3"/>
          <p:cNvSpPr txBox="1">
            <a:spLocks noGrp="1"/>
          </p:cNvSpPr>
          <p:nvPr>
            <p:ph type="title"/>
          </p:nvPr>
        </p:nvSpPr>
        <p:spPr>
          <a:xfrm>
            <a:off x="1930400" y="381000"/>
            <a:ext cx="6994525" cy="63341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CA"/>
              <a:t>Elevator Pitch</a:t>
            </a:r>
            <a:endParaRPr/>
          </a:p>
        </p:txBody>
      </p:sp>
      <p:sp>
        <p:nvSpPr>
          <p:cNvPr id="76" name="Google Shape;76;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2800"/>
              <a:buChar char="▪"/>
            </a:pPr>
            <a:r>
              <a:rPr lang="en-CA">
                <a:solidFill>
                  <a:schemeClr val="dk1"/>
                </a:solidFill>
              </a:rPr>
              <a:t>30 second speech  </a:t>
            </a:r>
            <a:endParaRPr/>
          </a:p>
          <a:p>
            <a:pPr marL="342900" lvl="0" indent="-342900" algn="l" rtl="0">
              <a:spcBef>
                <a:spcPts val="1400"/>
              </a:spcBef>
              <a:spcAft>
                <a:spcPts val="0"/>
              </a:spcAft>
              <a:buSzPts val="2800"/>
              <a:buChar char="▪"/>
            </a:pPr>
            <a:r>
              <a:rPr lang="en-CA">
                <a:solidFill>
                  <a:schemeClr val="dk1"/>
                </a:solidFill>
              </a:rPr>
              <a:t>It’s a great way to describe your strengths, skills and accomplishments in a clear organized manner.</a:t>
            </a:r>
            <a:endParaRPr/>
          </a:p>
          <a:p>
            <a:pPr marL="342900" lvl="0" indent="-165100" algn="l" rtl="0">
              <a:spcBef>
                <a:spcPts val="1400"/>
              </a:spcBef>
              <a:spcAft>
                <a:spcPts val="0"/>
              </a:spcAft>
              <a:buSzPts val="2800"/>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4"/>
          <p:cNvSpPr txBox="1">
            <a:spLocks noGrp="1"/>
          </p:cNvSpPr>
          <p:nvPr>
            <p:ph type="title"/>
          </p:nvPr>
        </p:nvSpPr>
        <p:spPr>
          <a:xfrm>
            <a:off x="1930400" y="381000"/>
            <a:ext cx="6994525" cy="63341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CA"/>
              <a:t>Elevator Pitch</a:t>
            </a:r>
            <a:endParaRPr/>
          </a:p>
        </p:txBody>
      </p:sp>
      <p:sp>
        <p:nvSpPr>
          <p:cNvPr id="82" name="Google Shape;82;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165100" algn="l" rtl="0">
              <a:spcBef>
                <a:spcPts val="0"/>
              </a:spcBef>
              <a:spcAft>
                <a:spcPts val="0"/>
              </a:spcAft>
              <a:buSzPts val="2800"/>
              <a:buNone/>
            </a:pPr>
            <a:endParaRPr/>
          </a:p>
          <a:p>
            <a:pPr marL="342900" lvl="0" indent="-165100" algn="l" rtl="0">
              <a:spcBef>
                <a:spcPts val="1400"/>
              </a:spcBef>
              <a:spcAft>
                <a:spcPts val="0"/>
              </a:spcAft>
              <a:buSzPts val="2800"/>
              <a:buNone/>
            </a:pPr>
            <a:endParaRPr/>
          </a:p>
          <a:p>
            <a:pPr marL="342900" lvl="0" indent="-342900" algn="l" rtl="0">
              <a:spcBef>
                <a:spcPts val="1400"/>
              </a:spcBef>
              <a:spcAft>
                <a:spcPts val="0"/>
              </a:spcAft>
              <a:buSzPts val="2800"/>
              <a:buChar char="▪"/>
            </a:pPr>
            <a:r>
              <a:rPr lang="en-CA"/>
              <a:t>When should you use an Elevator Pitch?</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5"/>
          <p:cNvSpPr txBox="1">
            <a:spLocks noGrp="1"/>
          </p:cNvSpPr>
          <p:nvPr>
            <p:ph type="title"/>
          </p:nvPr>
        </p:nvSpPr>
        <p:spPr>
          <a:xfrm>
            <a:off x="1930400" y="381000"/>
            <a:ext cx="6994525" cy="63341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CA"/>
              <a:t>Elevator Pitch</a:t>
            </a:r>
            <a:endParaRPr/>
          </a:p>
        </p:txBody>
      </p:sp>
      <p:sp>
        <p:nvSpPr>
          <p:cNvPr id="88" name="Google Shape;88;p5"/>
          <p:cNvSpPr txBox="1">
            <a:spLocks noGrp="1"/>
          </p:cNvSpPr>
          <p:nvPr>
            <p:ph type="body" idx="1"/>
          </p:nvPr>
        </p:nvSpPr>
        <p:spPr>
          <a:xfrm>
            <a:off x="457200" y="1201784"/>
            <a:ext cx="8229600" cy="4924380"/>
          </a:xfrm>
          <a:prstGeom prst="rect">
            <a:avLst/>
          </a:prstGeom>
          <a:noFill/>
          <a:ln>
            <a:noFill/>
          </a:ln>
        </p:spPr>
        <p:txBody>
          <a:bodyPr spcFirstLastPara="1" wrap="square" lIns="91425" tIns="45700" rIns="91425" bIns="45700" anchor="t" anchorCtr="0">
            <a:noAutofit/>
          </a:bodyPr>
          <a:lstStyle/>
          <a:p>
            <a:pPr marL="342900" lvl="0" indent="-165100" algn="l" rtl="0">
              <a:spcBef>
                <a:spcPts val="0"/>
              </a:spcBef>
              <a:spcAft>
                <a:spcPts val="0"/>
              </a:spcAft>
              <a:buSzPts val="2800"/>
              <a:buNone/>
            </a:pPr>
            <a:endParaRPr/>
          </a:p>
          <a:p>
            <a:pPr marL="342900" lvl="0" indent="-165100" algn="l" rtl="0">
              <a:spcBef>
                <a:spcPts val="1400"/>
              </a:spcBef>
              <a:spcAft>
                <a:spcPts val="0"/>
              </a:spcAft>
              <a:buSzPts val="2800"/>
              <a:buNone/>
            </a:pPr>
            <a:endParaRPr/>
          </a:p>
          <a:p>
            <a:pPr marL="342900" lvl="0" indent="-342900" algn="l" rtl="0">
              <a:spcBef>
                <a:spcPts val="1400"/>
              </a:spcBef>
              <a:spcAft>
                <a:spcPts val="0"/>
              </a:spcAft>
              <a:buSzPts val="2800"/>
              <a:buChar char="▪"/>
            </a:pPr>
            <a:r>
              <a:rPr lang="en-CA"/>
              <a:t>You can use an elevator pitch while attending career/job fairs, networking events or internal networking. Always be prepared ahead of time. </a:t>
            </a:r>
            <a:endParaRPr/>
          </a:p>
          <a:p>
            <a:pPr marL="0" lvl="0" indent="0" algn="l" rtl="0">
              <a:spcBef>
                <a:spcPts val="1400"/>
              </a:spcBef>
              <a:spcAft>
                <a:spcPts val="0"/>
              </a:spcAft>
              <a:buSzPts val="2800"/>
              <a:buNone/>
            </a:pPr>
            <a:endParaRPr/>
          </a:p>
          <a:p>
            <a:pPr marL="342900" lvl="0" indent="-165100" algn="l" rtl="0">
              <a:spcBef>
                <a:spcPts val="1400"/>
              </a:spcBef>
              <a:spcAft>
                <a:spcPts val="0"/>
              </a:spcAft>
              <a:buSzPts val="2800"/>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6"/>
          <p:cNvSpPr txBox="1">
            <a:spLocks noGrp="1"/>
          </p:cNvSpPr>
          <p:nvPr>
            <p:ph type="title"/>
          </p:nvPr>
        </p:nvSpPr>
        <p:spPr>
          <a:xfrm>
            <a:off x="1930400" y="381000"/>
            <a:ext cx="6994525" cy="63341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CA"/>
              <a:t>Elevator Pitch</a:t>
            </a:r>
            <a:endParaRPr/>
          </a:p>
        </p:txBody>
      </p:sp>
      <p:sp>
        <p:nvSpPr>
          <p:cNvPr id="94" name="Google Shape;94;p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2800"/>
              <a:buNone/>
            </a:pPr>
            <a:r>
              <a:rPr lang="en-CA" b="1"/>
              <a:t>Career fair</a:t>
            </a:r>
            <a:endParaRPr/>
          </a:p>
          <a:p>
            <a:pPr marL="342900" lvl="0" indent="-342900" algn="l" rtl="0">
              <a:spcBef>
                <a:spcPts val="1200"/>
              </a:spcBef>
              <a:spcAft>
                <a:spcPts val="0"/>
              </a:spcAft>
              <a:buSzPts val="2000"/>
              <a:buChar char="▪"/>
            </a:pPr>
            <a:r>
              <a:rPr lang="en-CA" sz="2000"/>
              <a:t>A polished elevator pitch is useful at career fairs where your time to interact with employers is often limited to just a few minutes. In this instance, use your pitch to quickly make a good first impression and stand out from other candidates. When you introduce yourself to an employer at a career fair, lead with your elevator pitch but try not to jump into it immediately. First, exchange names and greetings, then the employer will likely reply with, “Tell me about yourself.” If they don’t, then you could say, “I’d love to tell you about myself—would that be ok?” Then begin your pitch.</a:t>
            </a:r>
            <a:endParaRPr/>
          </a:p>
          <a:p>
            <a:pPr marL="342900" lvl="0" indent="-165100" algn="l" rtl="0">
              <a:spcBef>
                <a:spcPts val="1200"/>
              </a:spcBef>
              <a:spcAft>
                <a:spcPts val="0"/>
              </a:spcAft>
              <a:buSzPts val="2800"/>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7"/>
          <p:cNvSpPr txBox="1">
            <a:spLocks noGrp="1"/>
          </p:cNvSpPr>
          <p:nvPr>
            <p:ph type="title"/>
          </p:nvPr>
        </p:nvSpPr>
        <p:spPr>
          <a:xfrm>
            <a:off x="1930400" y="381000"/>
            <a:ext cx="6994525" cy="63341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CA"/>
              <a:t>Elevator Pitch</a:t>
            </a:r>
            <a:endParaRPr/>
          </a:p>
        </p:txBody>
      </p:sp>
      <p:sp>
        <p:nvSpPr>
          <p:cNvPr id="100" name="Google Shape;100;p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2800"/>
              <a:buNone/>
            </a:pPr>
            <a:r>
              <a:rPr lang="en-CA" b="1"/>
              <a:t>Professional networking or membership events</a:t>
            </a:r>
            <a:endParaRPr/>
          </a:p>
          <a:p>
            <a:pPr marL="342900" lvl="0" indent="-342900" algn="l" rtl="0">
              <a:spcBef>
                <a:spcPts val="1200"/>
              </a:spcBef>
              <a:spcAft>
                <a:spcPts val="0"/>
              </a:spcAft>
              <a:buSzPts val="2000"/>
              <a:buChar char="▪"/>
            </a:pPr>
            <a:r>
              <a:rPr lang="en-CA" sz="2000"/>
              <a:t>Whether you are actively looking for a new job or simply interested in meeting new people, use your elevator pitch during professional events to build your network. You might be pleasantly surprised to find that someone has advice, helpful connections or an interesting opportunity for you based on the experience and passion you mention in your pitch. On the other hand, you may be able to help someone else in their career after sharing your pitch if you have the experience they’re looking to gain.</a:t>
            </a:r>
            <a:endParaRPr/>
          </a:p>
          <a:p>
            <a:pPr marL="0" lvl="0" indent="0" algn="l" rtl="0">
              <a:spcBef>
                <a:spcPts val="1200"/>
              </a:spcBef>
              <a:spcAft>
                <a:spcPts val="0"/>
              </a:spcAft>
              <a:buSzPts val="2800"/>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8"/>
          <p:cNvSpPr txBox="1">
            <a:spLocks noGrp="1"/>
          </p:cNvSpPr>
          <p:nvPr>
            <p:ph type="title"/>
          </p:nvPr>
        </p:nvSpPr>
        <p:spPr>
          <a:xfrm>
            <a:off x="1930400" y="381000"/>
            <a:ext cx="6994525" cy="63341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CA"/>
              <a:t>Elevator Pitch</a:t>
            </a:r>
            <a:endParaRPr/>
          </a:p>
        </p:txBody>
      </p:sp>
      <p:sp>
        <p:nvSpPr>
          <p:cNvPr id="106" name="Google Shape;106;p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2800"/>
              <a:buNone/>
            </a:pPr>
            <a:r>
              <a:rPr lang="en-CA" b="1"/>
              <a:t>Internal networking</a:t>
            </a:r>
            <a:endParaRPr/>
          </a:p>
          <a:p>
            <a:pPr marL="342900" lvl="0" indent="-342900" algn="l" rtl="0">
              <a:spcBef>
                <a:spcPts val="1200"/>
              </a:spcBef>
              <a:spcAft>
                <a:spcPts val="0"/>
              </a:spcAft>
              <a:buSzPts val="2000"/>
              <a:buChar char="▪"/>
            </a:pPr>
            <a:r>
              <a:rPr lang="en-CA" sz="2000"/>
              <a:t>Internal networking refers to exchanges you have with peers or leaders within your current workplace. An internal networking opportunity might occur spontaneously when you introduce yourself to someone in the minutes before a meeting, while collaborating on a project or maybe even when sharing an actual elevator or other common space. </a:t>
            </a:r>
            <a:endParaRPr/>
          </a:p>
          <a:p>
            <a:pPr marL="342900" lvl="0" indent="-342900" algn="l" rtl="0">
              <a:spcBef>
                <a:spcPts val="1000"/>
              </a:spcBef>
              <a:spcAft>
                <a:spcPts val="0"/>
              </a:spcAft>
              <a:buSzPts val="2000"/>
              <a:buChar char="▪"/>
            </a:pPr>
            <a:r>
              <a:rPr lang="en-CA" sz="2000"/>
              <a:t>This kind of interaction can also be planned. For example, if you are interested in becoming a Team Lead, you could approach a Team Lead at your company and use your elevator pitch to propose an </a:t>
            </a:r>
            <a:r>
              <a:rPr lang="en-CA" sz="2000" u="sng">
                <a:solidFill>
                  <a:schemeClr val="hlink"/>
                </a:solidFill>
                <a:hlinkClick r:id="rId3"/>
              </a:rPr>
              <a:t>informational interview</a:t>
            </a:r>
            <a:r>
              <a:rPr lang="en-CA" sz="2000"/>
              <a:t> to learn more about their role.</a:t>
            </a:r>
            <a:endParaRPr/>
          </a:p>
          <a:p>
            <a:pPr marL="342900" lvl="0" indent="-165100" algn="l" rtl="0">
              <a:spcBef>
                <a:spcPts val="1200"/>
              </a:spcBef>
              <a:spcAft>
                <a:spcPts val="0"/>
              </a:spcAft>
              <a:buSzPts val="2800"/>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9"/>
          <p:cNvSpPr txBox="1">
            <a:spLocks noGrp="1"/>
          </p:cNvSpPr>
          <p:nvPr>
            <p:ph type="title"/>
          </p:nvPr>
        </p:nvSpPr>
        <p:spPr>
          <a:xfrm>
            <a:off x="1930400" y="381000"/>
            <a:ext cx="6994525" cy="63341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CA"/>
              <a:t>Elevator Pitch</a:t>
            </a:r>
            <a:endParaRPr/>
          </a:p>
        </p:txBody>
      </p:sp>
      <p:sp>
        <p:nvSpPr>
          <p:cNvPr id="112" name="Google Shape;112;p9"/>
          <p:cNvSpPr txBox="1">
            <a:spLocks noGrp="1"/>
          </p:cNvSpPr>
          <p:nvPr>
            <p:ph type="body" idx="1"/>
          </p:nvPr>
        </p:nvSpPr>
        <p:spPr>
          <a:xfrm>
            <a:off x="457200" y="1306286"/>
            <a:ext cx="8229600" cy="4819877"/>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SzPts val="2800"/>
              <a:buNone/>
            </a:pPr>
            <a:r>
              <a:rPr lang="en-CA" b="1"/>
              <a:t>Elevator Pitch</a:t>
            </a:r>
            <a:br>
              <a:rPr lang="en-CA" b="1"/>
            </a:br>
            <a:r>
              <a:rPr lang="en-CA" b="1"/>
              <a:t>Preparing the Script for a Career Fair</a:t>
            </a:r>
            <a:endParaRPr/>
          </a:p>
          <a:p>
            <a:pPr marL="342900" lvl="0" indent="-342900" algn="l" rtl="0">
              <a:spcBef>
                <a:spcPts val="1150"/>
              </a:spcBef>
              <a:spcAft>
                <a:spcPts val="0"/>
              </a:spcAft>
              <a:buSzPts val="1800"/>
              <a:buChar char="▪"/>
            </a:pPr>
            <a:r>
              <a:rPr lang="en-CA" sz="1800"/>
              <a:t>An elevator pitch highlights who you are and what you have accomplished in your career and/or your education. </a:t>
            </a:r>
            <a:endParaRPr/>
          </a:p>
          <a:p>
            <a:pPr marL="342900" lvl="0" indent="-342900" algn="l" rtl="0">
              <a:spcBef>
                <a:spcPts val="900"/>
              </a:spcBef>
              <a:spcAft>
                <a:spcPts val="0"/>
              </a:spcAft>
              <a:buSzPts val="1800"/>
              <a:buChar char="▪"/>
            </a:pPr>
            <a:r>
              <a:rPr lang="en-CA" sz="1800"/>
              <a:t>To get started on creating a 30 second elevator pitch, write out a list of the types of jobs you are interested in. </a:t>
            </a:r>
            <a:endParaRPr/>
          </a:p>
          <a:p>
            <a:pPr marL="342900" lvl="0" indent="-342900" algn="l" rtl="0">
              <a:spcBef>
                <a:spcPts val="900"/>
              </a:spcBef>
              <a:spcAft>
                <a:spcPts val="0"/>
              </a:spcAft>
              <a:buSzPts val="1800"/>
              <a:buChar char="▪"/>
            </a:pPr>
            <a:r>
              <a:rPr lang="en-CA" sz="1800"/>
              <a:t>This list can be as general as employment in a certain industry or field, or as specific as a position title with a specific company. </a:t>
            </a:r>
            <a:endParaRPr/>
          </a:p>
          <a:p>
            <a:pPr marL="342900" lvl="0" indent="-342900" algn="l" rtl="0">
              <a:spcBef>
                <a:spcPts val="900"/>
              </a:spcBef>
              <a:spcAft>
                <a:spcPts val="0"/>
              </a:spcAft>
              <a:buSzPts val="1800"/>
              <a:buChar char="▪"/>
            </a:pPr>
            <a:r>
              <a:rPr lang="en-CA" sz="1800"/>
              <a:t>Next, list your experience that is relevant to those types of jobs, and choose three of your top skills, such as communication, leadership or multi-tasking skills. </a:t>
            </a:r>
            <a:endParaRPr/>
          </a:p>
          <a:p>
            <a:pPr marL="342900" lvl="0" indent="-342900" algn="l" rtl="0">
              <a:spcBef>
                <a:spcPts val="900"/>
              </a:spcBef>
              <a:spcAft>
                <a:spcPts val="0"/>
              </a:spcAft>
              <a:buSzPts val="1800"/>
              <a:buChar char="▪"/>
            </a:pPr>
            <a:r>
              <a:rPr lang="en-CA" sz="1800"/>
              <a:t>Then write a script that will take you about 30 seconds to read that includes </a:t>
            </a:r>
            <a:endParaRPr/>
          </a:p>
          <a:p>
            <a:pPr marL="0" lvl="0" indent="0" algn="l" rtl="0">
              <a:spcBef>
                <a:spcPts val="1150"/>
              </a:spcBef>
              <a:spcAft>
                <a:spcPts val="0"/>
              </a:spcAft>
              <a:buSzPts val="2800"/>
              <a:buNone/>
            </a:pPr>
            <a:endParaRPr b="1"/>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0"/>
          <p:cNvSpPr txBox="1">
            <a:spLocks noGrp="1"/>
          </p:cNvSpPr>
          <p:nvPr>
            <p:ph type="title"/>
          </p:nvPr>
        </p:nvSpPr>
        <p:spPr>
          <a:xfrm>
            <a:off x="1930400" y="381000"/>
            <a:ext cx="6994525" cy="63341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CA"/>
              <a:t>Elevator Pitch</a:t>
            </a:r>
            <a:endParaRPr/>
          </a:p>
        </p:txBody>
      </p:sp>
      <p:sp>
        <p:nvSpPr>
          <p:cNvPr id="118" name="Google Shape;118;p10"/>
          <p:cNvSpPr txBox="1">
            <a:spLocks noGrp="1"/>
          </p:cNvSpPr>
          <p:nvPr>
            <p:ph type="body" idx="1"/>
          </p:nvPr>
        </p:nvSpPr>
        <p:spPr>
          <a:xfrm>
            <a:off x="457200" y="1014413"/>
            <a:ext cx="8229600" cy="546258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2000"/>
              <a:buNone/>
            </a:pPr>
            <a:r>
              <a:rPr lang="en-CA" sz="2000" b="1"/>
              <a:t>WRITE A SCRIPT THAT WILL TAKE YOU ABOUT 30 SECONDS TO READ THAT INCLUDES:</a:t>
            </a:r>
            <a:br>
              <a:rPr lang="en-CA" sz="2000"/>
            </a:br>
            <a:r>
              <a:rPr lang="en-CA" sz="2000"/>
              <a:t>Greeting/Introduction: Start your pitch by giving your full name, smile, extend your hand for a handshake if in person and add a pleasantry like, “It’s nice to meet you!”</a:t>
            </a:r>
            <a:endParaRPr/>
          </a:p>
          <a:p>
            <a:pPr marL="0" lvl="0" indent="0" algn="l" rtl="0">
              <a:spcBef>
                <a:spcPts val="1000"/>
              </a:spcBef>
              <a:spcAft>
                <a:spcPts val="0"/>
              </a:spcAft>
              <a:buSzPts val="2000"/>
              <a:buNone/>
            </a:pPr>
            <a:r>
              <a:rPr lang="en-CA" sz="2000"/>
              <a:t>Hello, my name is _____________.</a:t>
            </a:r>
            <a:endParaRPr/>
          </a:p>
          <a:p>
            <a:pPr marL="0" lvl="0" indent="0" algn="l" rtl="0">
              <a:spcBef>
                <a:spcPts val="1000"/>
              </a:spcBef>
              <a:spcAft>
                <a:spcPts val="0"/>
              </a:spcAft>
              <a:buSzPts val="2000"/>
              <a:buNone/>
            </a:pPr>
            <a:r>
              <a:rPr lang="en-CA" sz="2000"/>
              <a:t>Education: I am a (grad or student) studying (program name) ____________ at George Brown College.  </a:t>
            </a:r>
            <a:endParaRPr/>
          </a:p>
          <a:p>
            <a:pPr marL="0" lvl="0" indent="0" algn="l" rtl="0">
              <a:spcBef>
                <a:spcPts val="1000"/>
              </a:spcBef>
              <a:spcAft>
                <a:spcPts val="0"/>
              </a:spcAft>
              <a:buSzPts val="2000"/>
              <a:buNone/>
            </a:pPr>
            <a:r>
              <a:rPr lang="en-CA" sz="2000"/>
              <a:t>Work/School Highlights: I have worked in (Computer Networking) for _______years.</a:t>
            </a:r>
            <a:endParaRPr/>
          </a:p>
          <a:p>
            <a:pPr marL="0" lvl="0" indent="0" algn="l" rtl="0">
              <a:spcBef>
                <a:spcPts val="1000"/>
              </a:spcBef>
              <a:spcAft>
                <a:spcPts val="0"/>
              </a:spcAft>
              <a:buSzPts val="2000"/>
              <a:buNone/>
            </a:pPr>
            <a:r>
              <a:rPr lang="en-CA" sz="2000"/>
              <a:t>Areas of Interest: I am mainly interested in ______________.</a:t>
            </a:r>
            <a:endParaRPr/>
          </a:p>
          <a:p>
            <a:pPr marL="0" lvl="0" indent="0" algn="l" rtl="0">
              <a:spcBef>
                <a:spcPts val="1000"/>
              </a:spcBef>
              <a:spcAft>
                <a:spcPts val="0"/>
              </a:spcAft>
              <a:buSzPts val="2000"/>
              <a:buNone/>
            </a:pPr>
            <a:r>
              <a:rPr lang="en-CA" sz="2000"/>
              <a:t>Strengths/Goals: My strengths include _____________and ______________.</a:t>
            </a:r>
            <a:endParaRPr/>
          </a:p>
          <a:p>
            <a:pPr marL="0" lvl="0" indent="0" algn="l" rtl="0">
              <a:spcBef>
                <a:spcPts val="1000"/>
              </a:spcBef>
              <a:spcAft>
                <a:spcPts val="0"/>
              </a:spcAft>
              <a:buSzPts val="2000"/>
              <a:buNone/>
            </a:pPr>
            <a:r>
              <a:rPr lang="en-CA" sz="2000"/>
              <a:t>Call to Action: _______________. </a:t>
            </a:r>
            <a:endParaRPr/>
          </a:p>
          <a:p>
            <a:pPr marL="0" lvl="0" indent="0" algn="ctr" rtl="0">
              <a:spcBef>
                <a:spcPts val="1200"/>
              </a:spcBef>
              <a:spcAft>
                <a:spcPts val="0"/>
              </a:spcAft>
              <a:buSzPts val="2800"/>
              <a:buNone/>
            </a:pPr>
            <a:endParaRPr b="1"/>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1"/>
          <p:cNvSpPr txBox="1">
            <a:spLocks noGrp="1"/>
          </p:cNvSpPr>
          <p:nvPr>
            <p:ph type="title"/>
          </p:nvPr>
        </p:nvSpPr>
        <p:spPr>
          <a:xfrm>
            <a:off x="1930400" y="381000"/>
            <a:ext cx="6994525" cy="63341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CA"/>
              <a:t>Elevator Pitch</a:t>
            </a:r>
            <a:endParaRPr/>
          </a:p>
        </p:txBody>
      </p:sp>
      <p:sp>
        <p:nvSpPr>
          <p:cNvPr id="124" name="Google Shape;124;p11"/>
          <p:cNvSpPr txBox="1">
            <a:spLocks noGrp="1"/>
          </p:cNvSpPr>
          <p:nvPr>
            <p:ph type="body" idx="1"/>
          </p:nvPr>
        </p:nvSpPr>
        <p:spPr>
          <a:xfrm>
            <a:off x="457200" y="1175658"/>
            <a:ext cx="8229600" cy="53013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2800"/>
              <a:buNone/>
            </a:pPr>
            <a:r>
              <a:rPr lang="en-CA"/>
              <a:t>Call to Action</a:t>
            </a:r>
            <a:endParaRPr/>
          </a:p>
          <a:p>
            <a:pPr marL="342900" lvl="0" indent="-342900" algn="l" rtl="0">
              <a:spcBef>
                <a:spcPts val="1200"/>
              </a:spcBef>
              <a:spcAft>
                <a:spcPts val="0"/>
              </a:spcAft>
              <a:buSzPts val="2000"/>
              <a:buChar char="▪"/>
            </a:pPr>
            <a:r>
              <a:rPr lang="en-CA" sz="2000"/>
              <a:t>Asking for what you want can be intimidating, but it’s important you give the conversation an action item instead of letting it come to a dead end. Remember: You’ve just met this person, so make the ask simple with little required on their part. Here’s an example </a:t>
            </a:r>
            <a:endParaRPr/>
          </a:p>
          <a:p>
            <a:pPr marL="0" lvl="0" indent="0" algn="l" rtl="0">
              <a:spcBef>
                <a:spcPts val="1000"/>
              </a:spcBef>
              <a:spcAft>
                <a:spcPts val="0"/>
              </a:spcAft>
              <a:buSzPts val="2000"/>
              <a:buNone/>
            </a:pPr>
            <a:r>
              <a:rPr lang="en-CA" sz="2000" b="1" i="1"/>
              <a:t>“Would you mind if I set up a quick call next week for us to talk about any upcoming opportunities on your team?”</a:t>
            </a:r>
            <a:endParaRPr/>
          </a:p>
          <a:p>
            <a:pPr marL="342900" lvl="0" indent="-342900" algn="l" rtl="0">
              <a:spcBef>
                <a:spcPts val="1000"/>
              </a:spcBef>
              <a:spcAft>
                <a:spcPts val="0"/>
              </a:spcAft>
              <a:buSzPts val="2000"/>
              <a:buChar char="▪"/>
            </a:pPr>
            <a:r>
              <a:rPr lang="en-CA" sz="2000"/>
              <a:t>If they agree to your request, be sure to thank them for their time and get their contact information. End the conversation with a concise and action-oriented farewell, such as, “Thank you for your time, I’ll send you a follow-up email tonight. Have a great day!”. If they don’t agree to your request, gracefully end the conversation with a polite, “I understand, thank you for your time! If it’s all right, I’ll send you a follow-up email and see if there’s a better time for us to connect.”</a:t>
            </a:r>
            <a:endParaRPr sz="2000" i="1"/>
          </a:p>
          <a:p>
            <a:pPr marL="0" lvl="0" indent="0" algn="l" rtl="0">
              <a:spcBef>
                <a:spcPts val="1000"/>
              </a:spcBef>
              <a:spcAft>
                <a:spcPts val="0"/>
              </a:spcAft>
              <a:buSzPts val="2000"/>
              <a:buNone/>
            </a:pPr>
            <a:endParaRPr sz="2000" i="1"/>
          </a:p>
          <a:p>
            <a:pPr marL="0" lvl="0" indent="0" algn="l" rtl="0">
              <a:spcBef>
                <a:spcPts val="1000"/>
              </a:spcBef>
              <a:spcAft>
                <a:spcPts val="0"/>
              </a:spcAft>
              <a:buSzPts val="2000"/>
              <a:buNone/>
            </a:pPr>
            <a:endParaRPr sz="2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2"/>
          <p:cNvSpPr txBox="1">
            <a:spLocks noGrp="1"/>
          </p:cNvSpPr>
          <p:nvPr>
            <p:ph type="title"/>
          </p:nvPr>
        </p:nvSpPr>
        <p:spPr>
          <a:xfrm>
            <a:off x="1930400" y="381000"/>
            <a:ext cx="6994525" cy="63341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CA"/>
              <a:t>Elevator Pitch</a:t>
            </a:r>
            <a:endParaRPr/>
          </a:p>
        </p:txBody>
      </p:sp>
      <p:sp>
        <p:nvSpPr>
          <p:cNvPr id="130" name="Google Shape;130;p12"/>
          <p:cNvSpPr txBox="1">
            <a:spLocks noGrp="1"/>
          </p:cNvSpPr>
          <p:nvPr>
            <p:ph type="body" idx="1"/>
          </p:nvPr>
        </p:nvSpPr>
        <p:spPr>
          <a:xfrm>
            <a:off x="457200" y="1267098"/>
            <a:ext cx="8229600" cy="5107576"/>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2000"/>
              <a:buNone/>
            </a:pPr>
            <a:r>
              <a:rPr lang="en-CA" sz="2000" b="1"/>
              <a:t>SAMPLES OF STATEMENTS YOU CAN USE: </a:t>
            </a:r>
            <a:endParaRPr/>
          </a:p>
          <a:p>
            <a:pPr marL="342900" lvl="0" indent="-342900" algn="l" rtl="0">
              <a:spcBef>
                <a:spcPts val="1000"/>
              </a:spcBef>
              <a:spcAft>
                <a:spcPts val="0"/>
              </a:spcAft>
              <a:buSzPts val="2000"/>
              <a:buChar char="▪"/>
            </a:pPr>
            <a:r>
              <a:rPr lang="en-CA" sz="2000"/>
              <a:t>I have a solid background in ... </a:t>
            </a:r>
            <a:endParaRPr/>
          </a:p>
          <a:p>
            <a:pPr marL="342900" lvl="0" indent="-342900" algn="l" rtl="0">
              <a:spcBef>
                <a:spcPts val="1000"/>
              </a:spcBef>
              <a:spcAft>
                <a:spcPts val="0"/>
              </a:spcAft>
              <a:buSzPts val="2000"/>
              <a:buChar char="▪"/>
            </a:pPr>
            <a:r>
              <a:rPr lang="en-CA" sz="2000"/>
              <a:t>I have good working knowledge of... </a:t>
            </a:r>
            <a:endParaRPr/>
          </a:p>
          <a:p>
            <a:pPr marL="342900" lvl="0" indent="-342900" algn="l" rtl="0">
              <a:spcBef>
                <a:spcPts val="1000"/>
              </a:spcBef>
              <a:spcAft>
                <a:spcPts val="0"/>
              </a:spcAft>
              <a:buSzPts val="2000"/>
              <a:buChar char="▪"/>
            </a:pPr>
            <a:r>
              <a:rPr lang="en-CA" sz="2000"/>
              <a:t>I am particularly good at... </a:t>
            </a:r>
            <a:endParaRPr/>
          </a:p>
          <a:p>
            <a:pPr marL="342900" lvl="0" indent="-342900" algn="l" rtl="0">
              <a:spcBef>
                <a:spcPts val="1000"/>
              </a:spcBef>
              <a:spcAft>
                <a:spcPts val="0"/>
              </a:spcAft>
              <a:buSzPts val="2000"/>
              <a:buChar char="▪"/>
            </a:pPr>
            <a:r>
              <a:rPr lang="en-CA" sz="2000"/>
              <a:t>My strongest skills are... </a:t>
            </a:r>
            <a:endParaRPr/>
          </a:p>
          <a:p>
            <a:pPr marL="342900" lvl="0" indent="-342900" algn="l" rtl="0">
              <a:spcBef>
                <a:spcPts val="1000"/>
              </a:spcBef>
              <a:spcAft>
                <a:spcPts val="0"/>
              </a:spcAft>
              <a:buSzPts val="2000"/>
              <a:buChar char="▪"/>
            </a:pPr>
            <a:r>
              <a:rPr lang="en-CA" sz="2000"/>
              <a:t>I have _______experience in... </a:t>
            </a:r>
            <a:endParaRPr/>
          </a:p>
          <a:p>
            <a:pPr marL="342900" lvl="0" indent="-342900" algn="l" rtl="0">
              <a:spcBef>
                <a:spcPts val="1000"/>
              </a:spcBef>
              <a:spcAft>
                <a:spcPts val="0"/>
              </a:spcAft>
              <a:buSzPts val="2000"/>
              <a:buChar char="▪"/>
            </a:pPr>
            <a:r>
              <a:rPr lang="en-CA" sz="2000"/>
              <a:t>I am proficient in... </a:t>
            </a:r>
            <a:endParaRPr/>
          </a:p>
          <a:p>
            <a:pPr marL="342900" lvl="0" indent="-342900" algn="l" rtl="0">
              <a:spcBef>
                <a:spcPts val="1000"/>
              </a:spcBef>
              <a:spcAft>
                <a:spcPts val="0"/>
              </a:spcAft>
              <a:buSzPts val="2000"/>
              <a:buChar char="▪"/>
            </a:pPr>
            <a:r>
              <a:rPr lang="en-CA" sz="2000"/>
              <a:t>I am skilled in... </a:t>
            </a:r>
            <a:endParaRPr/>
          </a:p>
          <a:p>
            <a:pPr marL="342900" lvl="0" indent="-342900" algn="l" rtl="0">
              <a:spcBef>
                <a:spcPts val="1000"/>
              </a:spcBef>
              <a:spcAft>
                <a:spcPts val="0"/>
              </a:spcAft>
              <a:buSzPts val="2000"/>
              <a:buChar char="▪"/>
            </a:pPr>
            <a:r>
              <a:rPr lang="en-CA" sz="2000"/>
              <a:t>I have been trained in... </a:t>
            </a:r>
            <a:endParaRPr/>
          </a:p>
          <a:p>
            <a:pPr marL="342900" lvl="0" indent="-342900" algn="l" rtl="0">
              <a:spcBef>
                <a:spcPts val="1000"/>
              </a:spcBef>
              <a:spcAft>
                <a:spcPts val="0"/>
              </a:spcAft>
              <a:buSzPts val="2000"/>
              <a:buChar char="▪"/>
            </a:pPr>
            <a:r>
              <a:rPr lang="en-CA" sz="2000"/>
              <a:t>I am familiar with... </a:t>
            </a:r>
            <a:endParaRPr/>
          </a:p>
          <a:p>
            <a:pPr marL="342900" lvl="0" indent="-342900" algn="l" rtl="0">
              <a:spcBef>
                <a:spcPts val="1000"/>
              </a:spcBef>
              <a:spcAft>
                <a:spcPts val="0"/>
              </a:spcAft>
              <a:buSzPts val="2000"/>
              <a:buChar char="▪"/>
            </a:pPr>
            <a:r>
              <a:rPr lang="en-CA" sz="2000"/>
              <a:t>My experience includes... </a:t>
            </a:r>
            <a:endParaRPr/>
          </a:p>
          <a:p>
            <a:pPr marL="342900" lvl="0" indent="-165100" algn="l" rtl="0">
              <a:spcBef>
                <a:spcPts val="1200"/>
              </a:spcBef>
              <a:spcAft>
                <a:spcPts val="0"/>
              </a:spcAft>
              <a:buSzPts val="2800"/>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13"/>
          <p:cNvSpPr txBox="1">
            <a:spLocks noGrp="1"/>
          </p:cNvSpPr>
          <p:nvPr>
            <p:ph type="title"/>
          </p:nvPr>
        </p:nvSpPr>
        <p:spPr>
          <a:xfrm>
            <a:off x="1930400" y="381000"/>
            <a:ext cx="6994525" cy="63341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CA"/>
              <a:t>Elevator Pitch</a:t>
            </a:r>
            <a:endParaRPr/>
          </a:p>
        </p:txBody>
      </p:sp>
      <p:sp>
        <p:nvSpPr>
          <p:cNvPr id="136" name="Google Shape;136;p1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2000"/>
              <a:buNone/>
            </a:pPr>
            <a:r>
              <a:rPr lang="en-CA" sz="2000" b="1"/>
              <a:t>SAMPLES OF STATEMENTS YOU CAN USE: </a:t>
            </a:r>
            <a:endParaRPr/>
          </a:p>
          <a:p>
            <a:pPr marL="342900" lvl="0" indent="-342900" algn="l" rtl="0">
              <a:spcBef>
                <a:spcPts val="1000"/>
              </a:spcBef>
              <a:spcAft>
                <a:spcPts val="0"/>
              </a:spcAft>
              <a:buSzPts val="2000"/>
              <a:buChar char="▪"/>
            </a:pPr>
            <a:r>
              <a:rPr lang="en-CA" sz="2000"/>
              <a:t>My abilities include...</a:t>
            </a:r>
            <a:endParaRPr/>
          </a:p>
          <a:p>
            <a:pPr marL="342900" lvl="0" indent="-342900" algn="l" rtl="0">
              <a:spcBef>
                <a:spcPts val="1000"/>
              </a:spcBef>
              <a:spcAft>
                <a:spcPts val="0"/>
              </a:spcAft>
              <a:buSzPts val="2000"/>
              <a:buChar char="▪"/>
            </a:pPr>
            <a:r>
              <a:rPr lang="en-CA" sz="2000"/>
              <a:t>My goals are...</a:t>
            </a:r>
            <a:endParaRPr/>
          </a:p>
          <a:p>
            <a:pPr marL="342900" lvl="0" indent="-342900" algn="l" rtl="0">
              <a:spcBef>
                <a:spcPts val="1000"/>
              </a:spcBef>
              <a:spcAft>
                <a:spcPts val="0"/>
              </a:spcAft>
              <a:buSzPts val="2000"/>
              <a:buChar char="▪"/>
            </a:pPr>
            <a:r>
              <a:rPr lang="en-CA" sz="2000"/>
              <a:t>I am passionate about...</a:t>
            </a:r>
            <a:endParaRPr/>
          </a:p>
          <a:p>
            <a:pPr marL="342900" lvl="0" indent="-342900" algn="l" rtl="0">
              <a:spcBef>
                <a:spcPts val="1000"/>
              </a:spcBef>
              <a:spcAft>
                <a:spcPts val="0"/>
              </a:spcAft>
              <a:buSzPts val="2000"/>
              <a:buChar char="▪"/>
            </a:pPr>
            <a:r>
              <a:rPr lang="en-CA" sz="2000"/>
              <a:t>I am interested in...</a:t>
            </a:r>
            <a:endParaRPr/>
          </a:p>
          <a:p>
            <a:pPr marL="342900" lvl="0" indent="-342900" algn="l" rtl="0">
              <a:spcBef>
                <a:spcPts val="1000"/>
              </a:spcBef>
              <a:spcAft>
                <a:spcPts val="0"/>
              </a:spcAft>
              <a:buSzPts val="2000"/>
              <a:buChar char="▪"/>
            </a:pPr>
            <a:r>
              <a:rPr lang="en-CA" sz="2000"/>
              <a:t>I enjoy...</a:t>
            </a:r>
            <a:endParaRPr/>
          </a:p>
          <a:p>
            <a:pPr marL="342900" lvl="0" indent="-342900" algn="l" rtl="0">
              <a:spcBef>
                <a:spcPts val="1000"/>
              </a:spcBef>
              <a:spcAft>
                <a:spcPts val="0"/>
              </a:spcAft>
              <a:buSzPts val="2000"/>
              <a:buChar char="▪"/>
            </a:pPr>
            <a:r>
              <a:rPr lang="en-CA" sz="2000"/>
              <a:t>I would like the opportunity to... </a:t>
            </a:r>
            <a:endParaRPr/>
          </a:p>
          <a:p>
            <a:pPr marL="342900" lvl="0" indent="-342900" algn="l" rtl="0">
              <a:spcBef>
                <a:spcPts val="1000"/>
              </a:spcBef>
              <a:spcAft>
                <a:spcPts val="0"/>
              </a:spcAft>
              <a:buSzPts val="2000"/>
              <a:buChar char="▪"/>
            </a:pPr>
            <a:r>
              <a:rPr lang="en-CA" sz="2000"/>
              <a:t>I am looking forward to...</a:t>
            </a:r>
            <a:endParaRPr/>
          </a:p>
          <a:p>
            <a:pPr marL="342900" lvl="0" indent="-342900" algn="l" rtl="0">
              <a:spcBef>
                <a:spcPts val="1000"/>
              </a:spcBef>
              <a:spcAft>
                <a:spcPts val="0"/>
              </a:spcAft>
              <a:buSzPts val="2000"/>
              <a:buChar char="▪"/>
            </a:pPr>
            <a:r>
              <a:rPr lang="en-CA" sz="2000"/>
              <a:t>I have exposure to...</a:t>
            </a:r>
            <a:endParaRPr/>
          </a:p>
          <a:p>
            <a:pPr marL="342900" lvl="0" indent="-342900" algn="l" rtl="0">
              <a:spcBef>
                <a:spcPts val="1000"/>
              </a:spcBef>
              <a:spcAft>
                <a:spcPts val="0"/>
              </a:spcAft>
              <a:buSzPts val="2000"/>
              <a:buChar char="▪"/>
            </a:pPr>
            <a:r>
              <a:rPr lang="en-CA" sz="2000"/>
              <a:t>I have a talent for... </a:t>
            </a:r>
            <a:endParaRPr/>
          </a:p>
          <a:p>
            <a:pPr marL="342900" lvl="0" indent="-165100" algn="l" rtl="0">
              <a:spcBef>
                <a:spcPts val="1200"/>
              </a:spcBef>
              <a:spcAft>
                <a:spcPts val="0"/>
              </a:spcAft>
              <a:buSzPts val="2800"/>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14"/>
          <p:cNvSpPr txBox="1">
            <a:spLocks noGrp="1"/>
          </p:cNvSpPr>
          <p:nvPr>
            <p:ph type="title"/>
          </p:nvPr>
        </p:nvSpPr>
        <p:spPr>
          <a:xfrm>
            <a:off x="1930400" y="381000"/>
            <a:ext cx="6994525" cy="63341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CA"/>
              <a:t>Elevator Pitch</a:t>
            </a:r>
            <a:endParaRPr/>
          </a:p>
        </p:txBody>
      </p:sp>
      <p:sp>
        <p:nvSpPr>
          <p:cNvPr id="142" name="Google Shape;142;p14"/>
          <p:cNvSpPr txBox="1">
            <a:spLocks noGrp="1"/>
          </p:cNvSpPr>
          <p:nvPr>
            <p:ph type="body" idx="1"/>
          </p:nvPr>
        </p:nvSpPr>
        <p:spPr>
          <a:xfrm>
            <a:off x="457200" y="1136469"/>
            <a:ext cx="8229600" cy="5212079"/>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2000"/>
              <a:buNone/>
            </a:pPr>
            <a:r>
              <a:rPr lang="en-CA" sz="2000"/>
              <a:t>**Re</a:t>
            </a:r>
            <a:r>
              <a:rPr lang="en-CA" sz="1600"/>
              <a:t>member to use concise and clear language that sells your professional abilities and experience. </a:t>
            </a:r>
            <a:r>
              <a:rPr lang="en-CA" sz="1600" b="1"/>
              <a:t>Emphasize your strengths and link them to the needs of the employer. </a:t>
            </a:r>
            <a:endParaRPr/>
          </a:p>
          <a:p>
            <a:pPr marL="342900" lvl="0" indent="-342900" algn="l" rtl="0">
              <a:spcBef>
                <a:spcPts val="900"/>
              </a:spcBef>
              <a:spcAft>
                <a:spcPts val="0"/>
              </a:spcAft>
              <a:buSzPts val="1600"/>
              <a:buChar char="▪"/>
            </a:pPr>
            <a:r>
              <a:rPr lang="en-CA" sz="1600" b="1"/>
              <a:t>PRACTICE MAKES PERFECT</a:t>
            </a:r>
            <a:r>
              <a:rPr lang="en-CA" sz="1600"/>
              <a:t> </a:t>
            </a:r>
            <a:endParaRPr/>
          </a:p>
          <a:p>
            <a:pPr marL="0" lvl="0" indent="0" algn="l" rtl="0">
              <a:spcBef>
                <a:spcPts val="800"/>
              </a:spcBef>
              <a:spcAft>
                <a:spcPts val="0"/>
              </a:spcAft>
              <a:buSzPts val="1600"/>
              <a:buNone/>
            </a:pPr>
            <a:r>
              <a:rPr lang="en-CA" sz="1600"/>
              <a:t>Get comfortable saying your elevator pitch by practicing out loud with a friend or family member. Practice until you are comfortable saying it and it feels natural. </a:t>
            </a:r>
            <a:endParaRPr/>
          </a:p>
          <a:p>
            <a:pPr marL="342900" lvl="0" indent="-342900" algn="l" rtl="0">
              <a:spcBef>
                <a:spcPts val="800"/>
              </a:spcBef>
              <a:spcAft>
                <a:spcPts val="0"/>
              </a:spcAft>
              <a:buSzPts val="1600"/>
              <a:buChar char="▪"/>
            </a:pPr>
            <a:r>
              <a:rPr lang="en-CA" sz="1600" b="1"/>
              <a:t>EXPERIMENT </a:t>
            </a:r>
            <a:endParaRPr/>
          </a:p>
          <a:p>
            <a:pPr marL="0" lvl="0" indent="0" algn="l" rtl="0">
              <a:spcBef>
                <a:spcPts val="800"/>
              </a:spcBef>
              <a:spcAft>
                <a:spcPts val="0"/>
              </a:spcAft>
              <a:buSzPts val="1600"/>
              <a:buNone/>
            </a:pPr>
            <a:r>
              <a:rPr lang="en-CA" sz="1600"/>
              <a:t>Your elevator pitch is not set in stone. You can change it, adapt it to the specific situation and play with new ideas. Get your main point across and show enthusiasm and don’t be repetitive or dull. </a:t>
            </a:r>
            <a:endParaRPr/>
          </a:p>
          <a:p>
            <a:pPr marL="342900" lvl="0" indent="-342900" algn="l" rtl="0">
              <a:spcBef>
                <a:spcPts val="800"/>
              </a:spcBef>
              <a:spcAft>
                <a:spcPts val="0"/>
              </a:spcAft>
              <a:buSzPts val="1600"/>
              <a:buChar char="▪"/>
            </a:pPr>
            <a:r>
              <a:rPr lang="en-CA" sz="1600" b="1"/>
              <a:t>GET FEEDBACK </a:t>
            </a:r>
            <a:endParaRPr/>
          </a:p>
          <a:p>
            <a:pPr marL="0" lvl="0" indent="0" algn="l" rtl="0">
              <a:spcBef>
                <a:spcPts val="800"/>
              </a:spcBef>
              <a:spcAft>
                <a:spcPts val="0"/>
              </a:spcAft>
              <a:buSzPts val="1600"/>
              <a:buNone/>
            </a:pPr>
            <a:r>
              <a:rPr lang="en-CA" sz="1600"/>
              <a:t>Ask people what they remember about what you said. What was compelling to them? What could they relate to? When did they “tune out”? </a:t>
            </a:r>
            <a:endParaRPr/>
          </a:p>
          <a:p>
            <a:pPr marL="342900" lvl="0" indent="-342900" algn="l" rtl="0">
              <a:spcBef>
                <a:spcPts val="800"/>
              </a:spcBef>
              <a:spcAft>
                <a:spcPts val="0"/>
              </a:spcAft>
              <a:buSzPts val="1600"/>
              <a:buChar char="▪"/>
            </a:pPr>
            <a:r>
              <a:rPr lang="en-CA" sz="1600" b="1"/>
              <a:t>RELAX </a:t>
            </a:r>
            <a:endParaRPr/>
          </a:p>
          <a:p>
            <a:pPr marL="0" lvl="0" indent="0" algn="l" rtl="0">
              <a:spcBef>
                <a:spcPts val="800"/>
              </a:spcBef>
              <a:spcAft>
                <a:spcPts val="0"/>
              </a:spcAft>
              <a:buSzPts val="1600"/>
              <a:buNone/>
            </a:pPr>
            <a:r>
              <a:rPr lang="en-CA" sz="1600"/>
              <a:t>Have some fun with your elevator pitch and enjoy the networking experience. Remember it’s really all about people coming together to get to know each other and to help each other out. Focus on the conversation (not the sales pitch) by building the relationship. </a:t>
            </a:r>
            <a:endParaRPr/>
          </a:p>
          <a:p>
            <a:pPr marL="342900" lvl="0" indent="-165100" algn="l" rtl="0">
              <a:spcBef>
                <a:spcPts val="1100"/>
              </a:spcBef>
              <a:spcAft>
                <a:spcPts val="0"/>
              </a:spcAft>
              <a:buSzPts val="2800"/>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5"/>
          <p:cNvSpPr txBox="1">
            <a:spLocks noGrp="1"/>
          </p:cNvSpPr>
          <p:nvPr>
            <p:ph type="title"/>
          </p:nvPr>
        </p:nvSpPr>
        <p:spPr>
          <a:xfrm>
            <a:off x="1930400" y="381000"/>
            <a:ext cx="6994525" cy="63341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CA"/>
              <a:t>Elevator Pitch</a:t>
            </a:r>
            <a:endParaRPr/>
          </a:p>
        </p:txBody>
      </p:sp>
      <p:sp>
        <p:nvSpPr>
          <p:cNvPr id="148" name="Google Shape;148;p1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2000"/>
              <a:buNone/>
            </a:pPr>
            <a:r>
              <a:rPr lang="en-CA" sz="2000" b="1"/>
              <a:t>EXAMPLE OF A 30 SECOND ELEVATOR PITCH </a:t>
            </a:r>
            <a:endParaRPr/>
          </a:p>
          <a:p>
            <a:pPr marL="0" lvl="0" indent="0" algn="l" rtl="0">
              <a:spcBef>
                <a:spcPts val="1000"/>
              </a:spcBef>
              <a:spcAft>
                <a:spcPts val="0"/>
              </a:spcAft>
              <a:buSzPts val="2000"/>
              <a:buNone/>
            </a:pPr>
            <a:endParaRPr sz="2000"/>
          </a:p>
          <a:p>
            <a:pPr marL="0" lvl="0" indent="0" algn="l" rtl="0">
              <a:spcBef>
                <a:spcPts val="1000"/>
              </a:spcBef>
              <a:spcAft>
                <a:spcPts val="0"/>
              </a:spcAft>
              <a:buSzPts val="2000"/>
              <a:buNone/>
            </a:pPr>
            <a:r>
              <a:rPr lang="en-CA" sz="2000"/>
              <a:t>I am a graduate from the 3-year Jewellery Arts Program at George Brown College where I have had over 300 bench work hours. For the past 2 years, I have been working part-time at Sears in the Jewellery Repair Department, and I have over 4 years of customer service and retail experience. My specialty is working with gemstones, and I enjoy creating custom pieces. I am interested in getting into creating bridal pieces and working with pearls. Would you mind if I set up a quick call next week for us to talk about any upcoming opportunities on your team?”</a:t>
            </a:r>
            <a:endParaRPr/>
          </a:p>
          <a:p>
            <a:pPr marL="342900" lvl="0" indent="-165100" algn="l" rtl="0">
              <a:spcBef>
                <a:spcPts val="1200"/>
              </a:spcBef>
              <a:spcAft>
                <a:spcPts val="0"/>
              </a:spcAft>
              <a:buSzPts val="2800"/>
              <a:buNone/>
            </a:pPr>
            <a:endParaRP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1286</Words>
  <Application>Microsoft Macintosh PowerPoint</Application>
  <PresentationFormat>On-screen Show (4:3)</PresentationFormat>
  <Paragraphs>90</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Noto Sans Symbols</vt:lpstr>
      <vt:lpstr>Default Design</vt:lpstr>
      <vt:lpstr>PowerPoint Presentation</vt:lpstr>
      <vt:lpstr>Elevator Pitch  </vt:lpstr>
      <vt:lpstr>Elevator Pitch</vt:lpstr>
      <vt:lpstr>Elevator Pitch</vt:lpstr>
      <vt:lpstr>Elevator Pitch</vt:lpstr>
      <vt:lpstr>Elevator Pitch</vt:lpstr>
      <vt:lpstr>Elevator Pitch</vt:lpstr>
      <vt:lpstr>Elevator Pitch</vt:lpstr>
      <vt:lpstr>Elevator Pitch</vt:lpstr>
      <vt:lpstr>Elevator Pitch</vt:lpstr>
      <vt:lpstr>Elevator Pitch</vt:lpstr>
      <vt:lpstr>Elevator Pitch</vt:lpstr>
      <vt:lpstr>Elevator Pitch</vt:lpstr>
      <vt:lpstr>Elevator Pitch</vt:lpstr>
      <vt:lpstr>Elevator Pitch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George Brown College;Centre for Arts &amp; Design</dc:creator>
  <cp:lastModifiedBy>Tyanne Fluke</cp:lastModifiedBy>
  <cp:revision>1</cp:revision>
  <dcterms:created xsi:type="dcterms:W3CDTF">2008-02-14T00:02:49Z</dcterms:created>
  <dcterms:modified xsi:type="dcterms:W3CDTF">2023-09-18T02:52:10Z</dcterms:modified>
</cp:coreProperties>
</file>