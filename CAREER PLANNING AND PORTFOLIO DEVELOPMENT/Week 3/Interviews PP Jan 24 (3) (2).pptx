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66">
          <p15:clr>
            <a:srgbClr val="A4A3A4"/>
          </p15:clr>
        </p15:guide>
        <p15:guide id="2" pos="1292">
          <p15:clr>
            <a:srgbClr val="A4A3A4"/>
          </p15:clr>
        </p15:guide>
      </p15:sldGuideLst>
    </p:ext>
    <p:ext uri="GoogleSlidesCustomDataVersion2">
      <go:slidesCustomData xmlns:go="http://customooxmlschemas.google.com/" r:id="rId42" roundtripDataSignature="AMtx7mgh44Me4Ie8krb/x3TUaDPUV9Yq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6" orient="horz"/>
        <p:guide pos="129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4820"/>
          </a:xfrm>
          <a:prstGeom prst="rect">
            <a:avLst/>
          </a:prstGeom>
          <a:noFill/>
          <a:ln>
            <a:noFill/>
          </a:ln>
        </p:spPr>
        <p:txBody>
          <a:bodyPr anchorCtr="0" anchor="t"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0938" y="0"/>
            <a:ext cx="3037840" cy="464820"/>
          </a:xfrm>
          <a:prstGeom prst="rect">
            <a:avLst/>
          </a:prstGeom>
          <a:noFill/>
          <a:ln>
            <a:noFill/>
          </a:ln>
        </p:spPr>
        <p:txBody>
          <a:bodyPr anchorCtr="0" anchor="t" bIns="46575" lIns="93175" spcFirstLastPara="1" rIns="93175" wrap="square" tIns="46575">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4820"/>
          </a:xfrm>
          <a:prstGeom prst="rect">
            <a:avLst/>
          </a:prstGeom>
          <a:noFill/>
          <a:ln>
            <a:noFill/>
          </a:ln>
        </p:spPr>
        <p:txBody>
          <a:bodyPr anchorCtr="0" anchor="b"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i4LKoegE8P0"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m5kR7TPAkSw"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dailymotion.com/video/x2p4z02" TargetMode="External"/><Relationship Id="rId3" Type="http://schemas.openxmlformats.org/officeDocument/2006/relationships/hyperlink" Target="https://www.dailymotion.com/video/x2p4z02"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1" name="Google Shape;61;p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62" name="Google Shape;62;p1: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2: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rPr lang="en-US"/>
              <a:t>I show the video to 3.03 it’s a good ice breaker, and then ask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https://www.youtube.com/watch?v=6zeDniMeMZA&amp;feature=youtu.be</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79" name="Google Shape;79;p4: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5: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90" name="Google Shape;90;p6: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7: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01" name="Google Shape;101;p8: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07" name="Google Shape;107;p9: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1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13" name="Google Shape;113;p10: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1: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24" name="Google Shape;124;p12: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3: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p1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rPr lang="en-US">
                <a:solidFill>
                  <a:schemeClr val="dk1"/>
                </a:solidFill>
              </a:rPr>
              <a:t>For volume, mirror the room</a:t>
            </a:r>
            <a:endParaRPr/>
          </a:p>
          <a:p>
            <a:pPr indent="0" lvl="0" marL="0" rtl="0" algn="l">
              <a:spcBef>
                <a:spcPts val="360"/>
              </a:spcBef>
              <a:spcAft>
                <a:spcPts val="0"/>
              </a:spcAft>
              <a:buNone/>
            </a:pPr>
            <a:r>
              <a:t/>
            </a:r>
            <a:endParaRPr>
              <a:solidFill>
                <a:schemeClr val="dk1"/>
              </a:solidFill>
            </a:endParaRPr>
          </a:p>
          <a:p>
            <a:pPr indent="0" lvl="0" marL="0" rtl="0" algn="l">
              <a:spcBef>
                <a:spcPts val="360"/>
              </a:spcBef>
              <a:spcAft>
                <a:spcPts val="0"/>
              </a:spcAft>
              <a:buNone/>
            </a:pPr>
            <a:r>
              <a:rPr lang="en-US">
                <a:solidFill>
                  <a:schemeClr val="dk1"/>
                </a:solidFill>
              </a:rPr>
              <a:t>Discuss Virtual Interviews in more detail, lighting, internet connection, background noise…..</a:t>
            </a:r>
            <a:endParaRPr/>
          </a:p>
        </p:txBody>
      </p:sp>
      <p:sp>
        <p:nvSpPr>
          <p:cNvPr id="135" name="Google Shape;135;p14: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5: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46" name="Google Shape;146;p16: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1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52" name="Google Shape;152;p17: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8: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rPr lang="en-US"/>
              <a:t>Video to show for Greatest Weakness its 4:23 </a:t>
            </a:r>
            <a:endParaRPr/>
          </a:p>
          <a:p>
            <a:pPr indent="0" lvl="0" marL="0" rtl="0" algn="l">
              <a:spcBef>
                <a:spcPts val="360"/>
              </a:spcBef>
              <a:spcAft>
                <a:spcPts val="0"/>
              </a:spcAft>
              <a:buNone/>
            </a:pPr>
            <a:r>
              <a:rPr lang="en-US"/>
              <a:t>https://www.youtube.com/watch?v=i4LKoegE8P0</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63" name="Google Shape;163;p19: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0: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74000"/>
              </a:lnSpc>
              <a:spcBef>
                <a:spcPts val="0"/>
              </a:spcBef>
              <a:spcAft>
                <a:spcPts val="0"/>
              </a:spcAft>
              <a:buNone/>
            </a:pPr>
            <a:r>
              <a:rPr b="1" lang="en-US" sz="1600">
                <a:solidFill>
                  <a:schemeClr val="dk2"/>
                </a:solidFill>
                <a:latin typeface="Arial"/>
                <a:ea typeface="Arial"/>
                <a:cs typeface="Arial"/>
                <a:sym typeface="Arial"/>
              </a:rPr>
              <a:t>Illegal Questions:</a:t>
            </a:r>
            <a:endParaRPr/>
          </a:p>
          <a:p>
            <a:pPr indent="0" lvl="0" marL="0" rtl="0" algn="l">
              <a:lnSpc>
                <a:spcPct val="74000"/>
              </a:lnSpc>
              <a:spcBef>
                <a:spcPts val="0"/>
              </a:spcBef>
              <a:spcAft>
                <a:spcPts val="0"/>
              </a:spcAft>
              <a:buNone/>
            </a:pPr>
            <a:r>
              <a:rPr lang="en-US" sz="2400">
                <a:solidFill>
                  <a:schemeClr val="dk2"/>
                </a:solidFill>
                <a:latin typeface="Arial"/>
                <a:ea typeface="Arial"/>
                <a:cs typeface="Arial"/>
                <a:sym typeface="Arial"/>
              </a:rPr>
              <a:t>Under the Ontario Human Rights Act, e</a:t>
            </a:r>
            <a:r>
              <a:rPr lang="en-US" sz="2400">
                <a:solidFill>
                  <a:srgbClr val="505050"/>
                </a:solidFill>
                <a:latin typeface="Arial"/>
                <a:ea typeface="Arial"/>
                <a:cs typeface="Arial"/>
                <a:sym typeface="Arial"/>
              </a:rPr>
              <a:t>very person has a right to equal treatment with respect to employment without discrimination because of race, ancestry, place of origin, colour, ethnic origin, citizenship, creed, sex, sexual orientation, gender identity, gender expression, age, record of offences (a pardoned conviction), marital status, family status or disability</a:t>
            </a:r>
            <a:endParaRPr b="1" sz="1600">
              <a:solidFill>
                <a:schemeClr val="dk2"/>
              </a:solidFill>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2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74" name="Google Shape;174;p21: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80" name="Google Shape;180;p22: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2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86" name="Google Shape;186;p23: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1" name="Google Shape;191;p2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rPr lang="en-US">
                <a:solidFill>
                  <a:schemeClr val="dk1"/>
                </a:solidFill>
              </a:rPr>
              <a:t>Show weakness video</a:t>
            </a:r>
            <a:endParaRPr/>
          </a:p>
          <a:p>
            <a:pPr indent="0" lvl="0" marL="0" rtl="0" algn="l">
              <a:spcBef>
                <a:spcPts val="360"/>
              </a:spcBef>
              <a:spcAft>
                <a:spcPts val="0"/>
              </a:spcAft>
              <a:buNone/>
            </a:pPr>
            <a:r>
              <a:t/>
            </a:r>
            <a:endParaRPr>
              <a:solidFill>
                <a:schemeClr val="dk1"/>
              </a:solidFill>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Your greatest weakness: </a:t>
            </a:r>
            <a:r>
              <a:rPr lang="en-US" sz="1200" u="sng">
                <a:solidFill>
                  <a:schemeClr val="dk1"/>
                </a:solidFill>
                <a:latin typeface="Calibri"/>
                <a:ea typeface="Calibri"/>
                <a:cs typeface="Calibri"/>
                <a:sym typeface="Calibri"/>
                <a:hlinkClick r:id="rId2">
                  <a:extLst>
                    <a:ext uri="{A12FA001-AC4F-418D-AE19-62706E023703}">
                      <ahyp:hlinkClr val="tx"/>
                    </a:ext>
                  </a:extLst>
                </a:hlinkClick>
              </a:rPr>
              <a:t>https://youtu.be/i4LKoegE8P0</a:t>
            </a:r>
            <a:r>
              <a:rPr lang="en-US"/>
              <a:t> </a:t>
            </a:r>
            <a:endParaRPr>
              <a:solidFill>
                <a:schemeClr val="dk1"/>
              </a:solidFill>
            </a:endParaRPr>
          </a:p>
          <a:p>
            <a:pPr indent="0" lvl="0" marL="0" rtl="0" algn="l">
              <a:spcBef>
                <a:spcPts val="360"/>
              </a:spcBef>
              <a:spcAft>
                <a:spcPts val="0"/>
              </a:spcAft>
              <a:buNone/>
            </a:pPr>
            <a:r>
              <a:t/>
            </a:r>
            <a:endParaRPr>
              <a:solidFill>
                <a:schemeClr val="dk1"/>
              </a:solidFill>
            </a:endParaRPr>
          </a:p>
          <a:p>
            <a:pPr indent="0" lvl="0" marL="0" rtl="0" algn="l">
              <a:spcBef>
                <a:spcPts val="360"/>
              </a:spcBef>
              <a:spcAft>
                <a:spcPts val="0"/>
              </a:spcAft>
              <a:buNone/>
            </a:pPr>
            <a:r>
              <a:t/>
            </a:r>
            <a:endParaRPr>
              <a:solidFill>
                <a:schemeClr val="dk1"/>
              </a:solidFill>
            </a:endParaRPr>
          </a:p>
        </p:txBody>
      </p:sp>
      <p:sp>
        <p:nvSpPr>
          <p:cNvPr id="192" name="Google Shape;192;p24: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2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Video</a:t>
            </a:r>
            <a:endParaRPr/>
          </a:p>
          <a:p>
            <a:pPr indent="0" lvl="0" marL="0" marR="0" rtl="0" algn="l">
              <a:lnSpc>
                <a:spcPct val="100000"/>
              </a:lnSpc>
              <a:spcBef>
                <a:spcPts val="36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Tell us about yourself: </a:t>
            </a:r>
            <a:r>
              <a:rPr lang="en-US" sz="1200" u="sng">
                <a:solidFill>
                  <a:schemeClr val="dk1"/>
                </a:solidFill>
                <a:latin typeface="Calibri"/>
                <a:ea typeface="Calibri"/>
                <a:cs typeface="Calibri"/>
                <a:sym typeface="Calibri"/>
                <a:hlinkClick r:id="rId2">
                  <a:extLst>
                    <a:ext uri="{A12FA001-AC4F-418D-AE19-62706E023703}">
                      <ahyp:hlinkClr val="tx"/>
                    </a:ext>
                  </a:extLst>
                </a:hlinkClick>
              </a:rPr>
              <a:t>https://youtu.be/m5kR7TPAkSw</a:t>
            </a:r>
            <a:endParaRPr sz="1200">
              <a:solidFill>
                <a:schemeClr val="dk1"/>
              </a:solidFill>
              <a:latin typeface="Calibri"/>
              <a:ea typeface="Calibri"/>
              <a:cs typeface="Calibri"/>
              <a:sym typeface="Calibri"/>
            </a:endParaRPr>
          </a:p>
          <a:p>
            <a:pPr indent="0" lvl="0" marL="0" rtl="0" algn="l">
              <a:spcBef>
                <a:spcPts val="360"/>
              </a:spcBef>
              <a:spcAft>
                <a:spcPts val="0"/>
              </a:spcAft>
              <a:buNone/>
            </a:pPr>
            <a:r>
              <a:t/>
            </a:r>
            <a:endParaRPr/>
          </a:p>
        </p:txBody>
      </p:sp>
      <p:sp>
        <p:nvSpPr>
          <p:cNvPr id="198" name="Google Shape;198;p25: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26: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2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09" name="Google Shape;209;p27: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2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16" name="Google Shape;216;p28: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9: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6" name="Google Shape;226;p3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rPr lang="en-US"/>
              <a:t>You may not receive feedback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Add a thank you email resource</a:t>
            </a:r>
            <a:endParaRPr/>
          </a:p>
          <a:p>
            <a:pPr indent="0" lvl="0" marL="0" rtl="0" algn="l">
              <a:spcBef>
                <a:spcPts val="360"/>
              </a:spcBef>
              <a:spcAft>
                <a:spcPts val="0"/>
              </a:spcAft>
              <a:buNone/>
            </a:pPr>
            <a:r>
              <a:t/>
            </a:r>
            <a:endParaRPr/>
          </a:p>
        </p:txBody>
      </p:sp>
      <p:sp>
        <p:nvSpPr>
          <p:cNvPr id="227" name="Google Shape;227;p30: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3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31: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3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38" name="Google Shape;238;p32: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33: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rPr lang="en-US"/>
              <a:t>Good Starts at 7:23</a:t>
            </a:r>
            <a:endParaRPr/>
          </a:p>
          <a:p>
            <a:pPr indent="0" lvl="0" marL="0" rtl="0" algn="r">
              <a:spcBef>
                <a:spcPts val="0"/>
              </a:spcBef>
              <a:spcAft>
                <a:spcPts val="0"/>
              </a:spcAft>
              <a:buNone/>
            </a:pPr>
            <a:r>
              <a:rPr lang="en-US" u="sng">
                <a:solidFill>
                  <a:schemeClr val="hlink"/>
                </a:solidFill>
                <a:hlinkClick r:id="rId2"/>
              </a:rPr>
              <a:t>https://www.dailymotion.com/video/x2p4z02</a:t>
            </a:r>
            <a:endParaRPr/>
          </a:p>
          <a:p>
            <a:pPr indent="0" lvl="0" marL="0" marR="0" rtl="0" algn="l">
              <a:lnSpc>
                <a:spcPct val="100000"/>
              </a:lnSpc>
              <a:spcBef>
                <a:spcPts val="0"/>
              </a:spcBef>
              <a:spcAft>
                <a:spcPts val="0"/>
              </a:spcAft>
              <a:buClr>
                <a:schemeClr val="dk1"/>
              </a:buClr>
              <a:buSzPts val="1200"/>
              <a:buFont typeface="Calibri"/>
              <a:buNone/>
            </a:pPr>
            <a:r>
              <a:rPr lang="en-US" u="sng">
                <a:solidFill>
                  <a:schemeClr val="hlink"/>
                </a:solidFill>
                <a:hlinkClick r:id="rId3"/>
              </a:rPr>
              <a:t>https://www.dailymotion.com/video/x2p4z02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34: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3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rPr lang="en-US"/>
              <a:t>Practice answering the interview questions on camera for pre-recorded and watch yourself, check for your body language, background, lighting, volume, ……</a:t>
            </a:r>
            <a:endParaRPr/>
          </a:p>
        </p:txBody>
      </p:sp>
      <p:sp>
        <p:nvSpPr>
          <p:cNvPr id="255" name="Google Shape;255;p35: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3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rPr lang="en-US"/>
              <a:t>If you have 2 monitors ensure you are looking into into the camera, not the side of your face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Test for glare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Don’t sit too close or too far, prop up your lap top so your camera isn’t aiming at the ceiling or the floor</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Practice with a friend and get their feedback on your lighting, sound, camera, background………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Take notes on paper not on your computer keyboard</a:t>
            </a:r>
            <a:endParaRPr/>
          </a:p>
        </p:txBody>
      </p:sp>
      <p:sp>
        <p:nvSpPr>
          <p:cNvPr id="261" name="Google Shape;261;p36: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6" name="Shape 16"/>
        <p:cNvGrpSpPr/>
        <p:nvPr/>
      </p:nvGrpSpPr>
      <p:grpSpPr>
        <a:xfrm>
          <a:off x="0" y="0"/>
          <a:ext cx="0" cy="0"/>
          <a:chOff x="0" y="0"/>
          <a:chExt cx="0" cy="0"/>
        </a:xfrm>
      </p:grpSpPr>
      <p:cxnSp>
        <p:nvCxnSpPr>
          <p:cNvPr id="17" name="Google Shape;17;p38"/>
          <p:cNvCxnSpPr/>
          <p:nvPr/>
        </p:nvCxnSpPr>
        <p:spPr>
          <a:xfrm>
            <a:off x="-6350" y="6565900"/>
            <a:ext cx="9150350" cy="0"/>
          </a:xfrm>
          <a:prstGeom prst="straightConnector1">
            <a:avLst/>
          </a:prstGeom>
          <a:noFill/>
          <a:ln cap="flat" cmpd="sng" w="57150">
            <a:solidFill>
              <a:srgbClr val="7482BF"/>
            </a:solidFill>
            <a:prstDash val="solid"/>
            <a:round/>
            <a:headEnd len="sm" w="sm" type="none"/>
            <a:tailEnd len="sm" w="sm" type="none"/>
          </a:ln>
        </p:spPr>
      </p:cxnSp>
      <p:sp>
        <p:nvSpPr>
          <p:cNvPr id="18" name="Google Shape;18;p38"/>
          <p:cNvSpPr/>
          <p:nvPr/>
        </p:nvSpPr>
        <p:spPr>
          <a:xfrm>
            <a:off x="1652588" y="0"/>
            <a:ext cx="7497762" cy="1065213"/>
          </a:xfrm>
          <a:prstGeom prst="rect">
            <a:avLst/>
          </a:prstGeom>
          <a:solidFill>
            <a:srgbClr val="7482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9" name="Google Shape;19;p38"/>
          <p:cNvPicPr preferRelativeResize="0"/>
          <p:nvPr/>
        </p:nvPicPr>
        <p:blipFill rotWithShape="1">
          <a:blip r:embed="rId2">
            <a:alphaModFix/>
          </a:blip>
          <a:srcRect b="2047" l="1305" r="1262" t="2190"/>
          <a:stretch/>
        </p:blipFill>
        <p:spPr>
          <a:xfrm>
            <a:off x="0" y="0"/>
            <a:ext cx="1652588" cy="1065213"/>
          </a:xfrm>
          <a:prstGeom prst="rect">
            <a:avLst/>
          </a:prstGeom>
          <a:noFill/>
          <a:ln>
            <a:noFill/>
          </a:ln>
        </p:spPr>
      </p:pic>
      <p:pic>
        <p:nvPicPr>
          <p:cNvPr id="20" name="Google Shape;20;p38"/>
          <p:cNvPicPr preferRelativeResize="0"/>
          <p:nvPr/>
        </p:nvPicPr>
        <p:blipFill rotWithShape="1">
          <a:blip r:embed="rId3">
            <a:alphaModFix/>
          </a:blip>
          <a:srcRect b="0" l="0" r="0" t="0"/>
          <a:stretch/>
        </p:blipFill>
        <p:spPr>
          <a:xfrm>
            <a:off x="2046288" y="114300"/>
            <a:ext cx="5930900" cy="241300"/>
          </a:xfrm>
          <a:prstGeom prst="rect">
            <a:avLst/>
          </a:prstGeom>
          <a:noFill/>
          <a:ln>
            <a:noFill/>
          </a:ln>
        </p:spPr>
      </p:pic>
      <p:sp>
        <p:nvSpPr>
          <p:cNvPr id="21" name="Google Shape;21;p38"/>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8"/>
          <p:cNvSpPr txBox="1"/>
          <p:nvPr>
            <p:ph idx="1" type="subTitle"/>
          </p:nvPr>
        </p:nvSpPr>
        <p:spPr>
          <a:xfrm>
            <a:off x="838200" y="2408238"/>
            <a:ext cx="7467600" cy="1752600"/>
          </a:xfrm>
          <a:prstGeom prst="rect">
            <a:avLst/>
          </a:prstGeom>
          <a:noFill/>
          <a:ln>
            <a:noFill/>
          </a:ln>
        </p:spPr>
        <p:txBody>
          <a:bodyPr anchorCtr="0" anchor="t" bIns="45700" lIns="91425" spcFirstLastPara="1" rIns="91425" wrap="square" tIns="45700">
            <a:noAutofit/>
          </a:bodyPr>
          <a:lstStyle>
            <a:lvl1pPr lvl="0" algn="ctr">
              <a:spcBef>
                <a:spcPts val="1100"/>
              </a:spcBef>
              <a:spcAft>
                <a:spcPts val="0"/>
              </a:spcAft>
              <a:buSzPts val="4400"/>
              <a:buFont typeface="Noto Sans Symbols"/>
              <a:buNone/>
              <a:defRPr b="1" sz="4400"/>
            </a:lvl1pPr>
            <a:lvl2pPr lvl="1" algn="l">
              <a:spcBef>
                <a:spcPts val="1100"/>
              </a:spcBef>
              <a:spcAft>
                <a:spcPts val="0"/>
              </a:spcAft>
              <a:buSzPts val="1800"/>
              <a:buChar char="–"/>
              <a:defRPr/>
            </a:lvl2pPr>
            <a:lvl3pPr lvl="2" algn="l">
              <a:spcBef>
                <a:spcPts val="450"/>
              </a:spcBef>
              <a:spcAft>
                <a:spcPts val="0"/>
              </a:spcAft>
              <a:buSzPts val="1800"/>
              <a:buChar char="•"/>
              <a:defRPr/>
            </a:lvl3pPr>
            <a:lvl4pPr lvl="3" algn="l">
              <a:spcBef>
                <a:spcPts val="450"/>
              </a:spcBef>
              <a:spcAft>
                <a:spcPts val="0"/>
              </a:spcAft>
              <a:buSzPts val="1800"/>
              <a:buChar char="–"/>
              <a:defRPr/>
            </a:lvl4pPr>
            <a:lvl5pPr lvl="4" algn="l">
              <a:spcBef>
                <a:spcPts val="450"/>
              </a:spcBef>
              <a:spcAft>
                <a:spcPts val="0"/>
              </a:spcAft>
              <a:buSzPts val="1800"/>
              <a:buChar char="»"/>
              <a:defRPr/>
            </a:lvl5pPr>
            <a:lvl6pPr lvl="5" algn="l">
              <a:spcBef>
                <a:spcPts val="450"/>
              </a:spcBef>
              <a:spcAft>
                <a:spcPts val="0"/>
              </a:spcAft>
              <a:buSzPts val="1800"/>
              <a:buChar char="»"/>
              <a:defRPr/>
            </a:lvl6pPr>
            <a:lvl7pPr lvl="6" algn="l">
              <a:spcBef>
                <a:spcPts val="450"/>
              </a:spcBef>
              <a:spcAft>
                <a:spcPts val="0"/>
              </a:spcAft>
              <a:buSzPts val="1800"/>
              <a:buChar char="»"/>
              <a:defRPr/>
            </a:lvl7pPr>
            <a:lvl8pPr lvl="7" algn="l">
              <a:spcBef>
                <a:spcPts val="450"/>
              </a:spcBef>
              <a:spcAft>
                <a:spcPts val="0"/>
              </a:spcAft>
              <a:buSzPts val="1800"/>
              <a:buChar char="»"/>
              <a:defRPr/>
            </a:lvl8pPr>
            <a:lvl9pPr lvl="8" algn="l">
              <a:spcBef>
                <a:spcPts val="450"/>
              </a:spcBef>
              <a:spcAft>
                <a:spcPts val="450"/>
              </a:spcAft>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500"/>
              </a:spcBef>
              <a:spcAft>
                <a:spcPts val="0"/>
              </a:spcAft>
              <a:buSzPts val="2000"/>
              <a:buNone/>
              <a:defRPr sz="2000"/>
            </a:lvl1pPr>
            <a:lvl2pPr indent="-228600" lvl="1" marL="914400" algn="l">
              <a:spcBef>
                <a:spcPts val="500"/>
              </a:spcBef>
              <a:spcAft>
                <a:spcPts val="0"/>
              </a:spcAft>
              <a:buSzPts val="1800"/>
              <a:buFont typeface="Arial"/>
              <a:buNone/>
              <a:defRPr sz="1800"/>
            </a:lvl2pPr>
            <a:lvl3pPr indent="-228600" lvl="2" marL="1371600" algn="l">
              <a:spcBef>
                <a:spcPts val="450"/>
              </a:spcBef>
              <a:spcAft>
                <a:spcPts val="0"/>
              </a:spcAft>
              <a:buSzPts val="1600"/>
              <a:buFont typeface="Arial"/>
              <a:buNone/>
              <a:defRPr sz="1600"/>
            </a:lvl3pPr>
            <a:lvl4pPr indent="-228600" lvl="3" marL="1828800" algn="l">
              <a:spcBef>
                <a:spcPts val="400"/>
              </a:spcBef>
              <a:spcAft>
                <a:spcPts val="0"/>
              </a:spcAft>
              <a:buSzPts val="1400"/>
              <a:buFont typeface="Arial"/>
              <a:buNone/>
              <a:defRPr sz="1400"/>
            </a:lvl4pPr>
            <a:lvl5pPr indent="-228600" lvl="4" marL="2286000" algn="l">
              <a:spcBef>
                <a:spcPts val="350"/>
              </a:spcBef>
              <a:spcAft>
                <a:spcPts val="0"/>
              </a:spcAft>
              <a:buSzPts val="1400"/>
              <a:buFont typeface="Arial"/>
              <a:buNone/>
              <a:defRPr sz="1400"/>
            </a:lvl5pPr>
            <a:lvl6pPr indent="-228600" lvl="5" marL="2743200" algn="l">
              <a:spcBef>
                <a:spcPts val="350"/>
              </a:spcBef>
              <a:spcAft>
                <a:spcPts val="0"/>
              </a:spcAft>
              <a:buSzPts val="1400"/>
              <a:buFont typeface="Arial"/>
              <a:buNone/>
              <a:defRPr sz="1400"/>
            </a:lvl6pPr>
            <a:lvl7pPr indent="-228600" lvl="6" marL="3200400" algn="l">
              <a:spcBef>
                <a:spcPts val="350"/>
              </a:spcBef>
              <a:spcAft>
                <a:spcPts val="0"/>
              </a:spcAft>
              <a:buSzPts val="1400"/>
              <a:buFont typeface="Arial"/>
              <a:buNone/>
              <a:defRPr sz="1400"/>
            </a:lvl7pPr>
            <a:lvl8pPr indent="-228600" lvl="7" marL="3657600" algn="l">
              <a:spcBef>
                <a:spcPts val="350"/>
              </a:spcBef>
              <a:spcAft>
                <a:spcPts val="0"/>
              </a:spcAft>
              <a:buSzPts val="1400"/>
              <a:buFont typeface="Arial"/>
              <a:buNone/>
              <a:defRPr sz="1400"/>
            </a:lvl8pPr>
            <a:lvl9pPr indent="-228600" lvl="8" marL="4114800" algn="l">
              <a:spcBef>
                <a:spcPts val="350"/>
              </a:spcBef>
              <a:spcAft>
                <a:spcPts val="350"/>
              </a:spcAft>
              <a:buSzPts val="1400"/>
              <a:buFont typeface="Arial"/>
              <a:buNone/>
              <a:defRPr sz="1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0"/>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1"/>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700"/>
              </a:spcBef>
              <a:spcAft>
                <a:spcPts val="0"/>
              </a:spcAft>
              <a:buSzPts val="2800"/>
              <a:buChar char="▪"/>
              <a:defRPr sz="2800"/>
            </a:lvl1pPr>
            <a:lvl2pPr indent="-381000" lvl="1" marL="914400" algn="l">
              <a:spcBef>
                <a:spcPts val="700"/>
              </a:spcBef>
              <a:spcAft>
                <a:spcPts val="0"/>
              </a:spcAft>
              <a:buSzPts val="2400"/>
              <a:buFont typeface="Arial"/>
              <a:buChar char="–"/>
              <a:defRPr sz="2400"/>
            </a:lvl2pPr>
            <a:lvl3pPr indent="-355600" lvl="2" marL="1371600" algn="l">
              <a:spcBef>
                <a:spcPts val="600"/>
              </a:spcBef>
              <a:spcAft>
                <a:spcPts val="0"/>
              </a:spcAft>
              <a:buSzPts val="2000"/>
              <a:buFont typeface="Arial"/>
              <a:buChar char="•"/>
              <a:defRPr sz="2000"/>
            </a:lvl3pPr>
            <a:lvl4pPr indent="-342900" lvl="3" marL="1828800" algn="l">
              <a:spcBef>
                <a:spcPts val="500"/>
              </a:spcBef>
              <a:spcAft>
                <a:spcPts val="0"/>
              </a:spcAft>
              <a:buSzPts val="1800"/>
              <a:buFont typeface="Arial"/>
              <a:buChar char="–"/>
              <a:defRPr sz="1800"/>
            </a:lvl4pPr>
            <a:lvl5pPr indent="-342900" lvl="4" marL="2286000" algn="l">
              <a:spcBef>
                <a:spcPts val="450"/>
              </a:spcBef>
              <a:spcAft>
                <a:spcPts val="0"/>
              </a:spcAft>
              <a:buSzPts val="1800"/>
              <a:buFont typeface="Arial"/>
              <a:buChar char="»"/>
              <a:defRPr sz="1800"/>
            </a:lvl5pPr>
            <a:lvl6pPr indent="-342900" lvl="5" marL="2743200" algn="l">
              <a:spcBef>
                <a:spcPts val="450"/>
              </a:spcBef>
              <a:spcAft>
                <a:spcPts val="0"/>
              </a:spcAft>
              <a:buSzPts val="1800"/>
              <a:buFont typeface="Arial"/>
              <a:buChar char="»"/>
              <a:defRPr sz="1800"/>
            </a:lvl6pPr>
            <a:lvl7pPr indent="-342900" lvl="6" marL="3200400" algn="l">
              <a:spcBef>
                <a:spcPts val="450"/>
              </a:spcBef>
              <a:spcAft>
                <a:spcPts val="0"/>
              </a:spcAft>
              <a:buSzPts val="1800"/>
              <a:buFont typeface="Arial"/>
              <a:buChar char="»"/>
              <a:defRPr sz="1800"/>
            </a:lvl7pPr>
            <a:lvl8pPr indent="-342900" lvl="7" marL="3657600" algn="l">
              <a:spcBef>
                <a:spcPts val="450"/>
              </a:spcBef>
              <a:spcAft>
                <a:spcPts val="0"/>
              </a:spcAft>
              <a:buSzPts val="1800"/>
              <a:buFont typeface="Arial"/>
              <a:buChar char="»"/>
              <a:defRPr sz="1800"/>
            </a:lvl8pPr>
            <a:lvl9pPr indent="-342900" lvl="8" marL="4114800" algn="l">
              <a:spcBef>
                <a:spcPts val="450"/>
              </a:spcBef>
              <a:spcAft>
                <a:spcPts val="450"/>
              </a:spcAft>
              <a:buSzPts val="1800"/>
              <a:buFont typeface="Arial"/>
              <a:buChar char="»"/>
              <a:defRPr sz="1800"/>
            </a:lvl9pPr>
          </a:lstStyle>
          <a:p/>
        </p:txBody>
      </p:sp>
      <p:sp>
        <p:nvSpPr>
          <p:cNvPr id="32" name="Google Shape;32;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700"/>
              </a:spcBef>
              <a:spcAft>
                <a:spcPts val="0"/>
              </a:spcAft>
              <a:buSzPts val="2800"/>
              <a:buChar char="▪"/>
              <a:defRPr sz="2800"/>
            </a:lvl1pPr>
            <a:lvl2pPr indent="-381000" lvl="1" marL="914400" algn="l">
              <a:spcBef>
                <a:spcPts val="700"/>
              </a:spcBef>
              <a:spcAft>
                <a:spcPts val="0"/>
              </a:spcAft>
              <a:buSzPts val="2400"/>
              <a:buFont typeface="Arial"/>
              <a:buChar char="–"/>
              <a:defRPr sz="2400"/>
            </a:lvl2pPr>
            <a:lvl3pPr indent="-355600" lvl="2" marL="1371600" algn="l">
              <a:spcBef>
                <a:spcPts val="600"/>
              </a:spcBef>
              <a:spcAft>
                <a:spcPts val="0"/>
              </a:spcAft>
              <a:buSzPts val="2000"/>
              <a:buFont typeface="Arial"/>
              <a:buChar char="•"/>
              <a:defRPr sz="2000"/>
            </a:lvl3pPr>
            <a:lvl4pPr indent="-342900" lvl="3" marL="1828800" algn="l">
              <a:spcBef>
                <a:spcPts val="500"/>
              </a:spcBef>
              <a:spcAft>
                <a:spcPts val="0"/>
              </a:spcAft>
              <a:buSzPts val="1800"/>
              <a:buFont typeface="Arial"/>
              <a:buChar char="–"/>
              <a:defRPr sz="1800"/>
            </a:lvl4pPr>
            <a:lvl5pPr indent="-342900" lvl="4" marL="2286000" algn="l">
              <a:spcBef>
                <a:spcPts val="450"/>
              </a:spcBef>
              <a:spcAft>
                <a:spcPts val="0"/>
              </a:spcAft>
              <a:buSzPts val="1800"/>
              <a:buFont typeface="Arial"/>
              <a:buChar char="»"/>
              <a:defRPr sz="1800"/>
            </a:lvl5pPr>
            <a:lvl6pPr indent="-342900" lvl="5" marL="2743200" algn="l">
              <a:spcBef>
                <a:spcPts val="450"/>
              </a:spcBef>
              <a:spcAft>
                <a:spcPts val="0"/>
              </a:spcAft>
              <a:buSzPts val="1800"/>
              <a:buFont typeface="Arial"/>
              <a:buChar char="»"/>
              <a:defRPr sz="1800"/>
            </a:lvl6pPr>
            <a:lvl7pPr indent="-342900" lvl="6" marL="3200400" algn="l">
              <a:spcBef>
                <a:spcPts val="450"/>
              </a:spcBef>
              <a:spcAft>
                <a:spcPts val="0"/>
              </a:spcAft>
              <a:buSzPts val="1800"/>
              <a:buFont typeface="Arial"/>
              <a:buChar char="»"/>
              <a:defRPr sz="1800"/>
            </a:lvl7pPr>
            <a:lvl8pPr indent="-342900" lvl="7" marL="3657600" algn="l">
              <a:spcBef>
                <a:spcPts val="450"/>
              </a:spcBef>
              <a:spcAft>
                <a:spcPts val="0"/>
              </a:spcAft>
              <a:buSzPts val="1800"/>
              <a:buFont typeface="Arial"/>
              <a:buChar char="»"/>
              <a:defRPr sz="1800"/>
            </a:lvl8pPr>
            <a:lvl9pPr indent="-342900" lvl="8" marL="4114800" algn="l">
              <a:spcBef>
                <a:spcPts val="450"/>
              </a:spcBef>
              <a:spcAft>
                <a:spcPts val="450"/>
              </a:spcAft>
              <a:buSzPts val="1800"/>
              <a:buFont typeface="Arial"/>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2400"/>
              <a:buNone/>
              <a:defRPr b="1" sz="2400"/>
            </a:lvl1pPr>
            <a:lvl2pPr indent="-228600" lvl="1" marL="914400" algn="l">
              <a:spcBef>
                <a:spcPts val="600"/>
              </a:spcBef>
              <a:spcAft>
                <a:spcPts val="0"/>
              </a:spcAft>
              <a:buSzPts val="2000"/>
              <a:buFont typeface="Arial"/>
              <a:buNone/>
              <a:defRPr b="1" sz="2000"/>
            </a:lvl2pPr>
            <a:lvl3pPr indent="-228600" lvl="2" marL="1371600" algn="l">
              <a:spcBef>
                <a:spcPts val="500"/>
              </a:spcBef>
              <a:spcAft>
                <a:spcPts val="0"/>
              </a:spcAft>
              <a:buSzPts val="1800"/>
              <a:buFont typeface="Arial"/>
              <a:buNone/>
              <a:defRPr b="1" sz="1800"/>
            </a:lvl3pPr>
            <a:lvl4pPr indent="-228600" lvl="3" marL="1828800" algn="l">
              <a:spcBef>
                <a:spcPts val="450"/>
              </a:spcBef>
              <a:spcAft>
                <a:spcPts val="0"/>
              </a:spcAft>
              <a:buSzPts val="1600"/>
              <a:buFont typeface="Arial"/>
              <a:buNone/>
              <a:defRPr b="1" sz="1600"/>
            </a:lvl4pPr>
            <a:lvl5pPr indent="-228600" lvl="4" marL="2286000" algn="l">
              <a:spcBef>
                <a:spcPts val="400"/>
              </a:spcBef>
              <a:spcAft>
                <a:spcPts val="0"/>
              </a:spcAft>
              <a:buSzPts val="1600"/>
              <a:buFont typeface="Arial"/>
              <a:buNone/>
              <a:defRPr b="1" sz="1600"/>
            </a:lvl5pPr>
            <a:lvl6pPr indent="-228600" lvl="5" marL="2743200" algn="l">
              <a:spcBef>
                <a:spcPts val="400"/>
              </a:spcBef>
              <a:spcAft>
                <a:spcPts val="0"/>
              </a:spcAft>
              <a:buSzPts val="1600"/>
              <a:buFont typeface="Arial"/>
              <a:buNone/>
              <a:defRPr b="1" sz="1600"/>
            </a:lvl6pPr>
            <a:lvl7pPr indent="-228600" lvl="6" marL="3200400" algn="l">
              <a:spcBef>
                <a:spcPts val="400"/>
              </a:spcBef>
              <a:spcAft>
                <a:spcPts val="0"/>
              </a:spcAft>
              <a:buSzPts val="1600"/>
              <a:buFont typeface="Arial"/>
              <a:buNone/>
              <a:defRPr b="1" sz="1600"/>
            </a:lvl7pPr>
            <a:lvl8pPr indent="-228600" lvl="7" marL="3657600" algn="l">
              <a:spcBef>
                <a:spcPts val="400"/>
              </a:spcBef>
              <a:spcAft>
                <a:spcPts val="0"/>
              </a:spcAft>
              <a:buSzPts val="1600"/>
              <a:buFont typeface="Arial"/>
              <a:buNone/>
              <a:defRPr b="1" sz="1600"/>
            </a:lvl8pPr>
            <a:lvl9pPr indent="-228600" lvl="8" marL="4114800" algn="l">
              <a:spcBef>
                <a:spcPts val="400"/>
              </a:spcBef>
              <a:spcAft>
                <a:spcPts val="400"/>
              </a:spcAft>
              <a:buSzPts val="1600"/>
              <a:buFont typeface="Arial"/>
              <a:buNone/>
              <a:defRPr b="1" sz="1600"/>
            </a:lvl9pPr>
          </a:lstStyle>
          <a:p/>
        </p:txBody>
      </p:sp>
      <p:sp>
        <p:nvSpPr>
          <p:cNvPr id="36" name="Google Shape;36;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600"/>
              </a:spcBef>
              <a:spcAft>
                <a:spcPts val="0"/>
              </a:spcAft>
              <a:buSzPts val="2400"/>
              <a:buChar char="▪"/>
              <a:defRPr sz="2400"/>
            </a:lvl1pPr>
            <a:lvl2pPr indent="-355600" lvl="1" marL="914400" algn="l">
              <a:spcBef>
                <a:spcPts val="600"/>
              </a:spcBef>
              <a:spcAft>
                <a:spcPts val="0"/>
              </a:spcAft>
              <a:buSzPts val="2000"/>
              <a:buFont typeface="Arial"/>
              <a:buChar char="–"/>
              <a:defRPr sz="2000"/>
            </a:lvl2pPr>
            <a:lvl3pPr indent="-342900" lvl="2" marL="1371600" algn="l">
              <a:spcBef>
                <a:spcPts val="500"/>
              </a:spcBef>
              <a:spcAft>
                <a:spcPts val="0"/>
              </a:spcAft>
              <a:buSzPts val="1800"/>
              <a:buFont typeface="Arial"/>
              <a:buChar char="•"/>
              <a:defRPr sz="1800"/>
            </a:lvl3pPr>
            <a:lvl4pPr indent="-330200" lvl="3" marL="1828800" algn="l">
              <a:spcBef>
                <a:spcPts val="450"/>
              </a:spcBef>
              <a:spcAft>
                <a:spcPts val="0"/>
              </a:spcAft>
              <a:buSzPts val="1600"/>
              <a:buFont typeface="Arial"/>
              <a:buChar char="–"/>
              <a:defRPr sz="1600"/>
            </a:lvl4pPr>
            <a:lvl5pPr indent="-330200" lvl="4" marL="2286000" algn="l">
              <a:spcBef>
                <a:spcPts val="400"/>
              </a:spcBef>
              <a:spcAft>
                <a:spcPts val="0"/>
              </a:spcAft>
              <a:buSzPts val="1600"/>
              <a:buFont typeface="Arial"/>
              <a:buChar char="»"/>
              <a:defRPr sz="1600"/>
            </a:lvl5pPr>
            <a:lvl6pPr indent="-330200" lvl="5" marL="2743200" algn="l">
              <a:spcBef>
                <a:spcPts val="400"/>
              </a:spcBef>
              <a:spcAft>
                <a:spcPts val="0"/>
              </a:spcAft>
              <a:buSzPts val="1600"/>
              <a:buFont typeface="Arial"/>
              <a:buChar char="»"/>
              <a:defRPr sz="1600"/>
            </a:lvl6pPr>
            <a:lvl7pPr indent="-330200" lvl="6" marL="3200400" algn="l">
              <a:spcBef>
                <a:spcPts val="400"/>
              </a:spcBef>
              <a:spcAft>
                <a:spcPts val="0"/>
              </a:spcAft>
              <a:buSzPts val="1600"/>
              <a:buFont typeface="Arial"/>
              <a:buChar char="»"/>
              <a:defRPr sz="1600"/>
            </a:lvl7pPr>
            <a:lvl8pPr indent="-330200" lvl="7" marL="3657600" algn="l">
              <a:spcBef>
                <a:spcPts val="400"/>
              </a:spcBef>
              <a:spcAft>
                <a:spcPts val="0"/>
              </a:spcAft>
              <a:buSzPts val="1600"/>
              <a:buFont typeface="Arial"/>
              <a:buChar char="»"/>
              <a:defRPr sz="1600"/>
            </a:lvl8pPr>
            <a:lvl9pPr indent="-330200" lvl="8" marL="4114800" algn="l">
              <a:spcBef>
                <a:spcPts val="400"/>
              </a:spcBef>
              <a:spcAft>
                <a:spcPts val="400"/>
              </a:spcAft>
              <a:buSzPts val="1600"/>
              <a:buFont typeface="Arial"/>
              <a:buChar char="»"/>
              <a:defRPr sz="1600"/>
            </a:lvl9pPr>
          </a:lstStyle>
          <a:p/>
        </p:txBody>
      </p:sp>
      <p:sp>
        <p:nvSpPr>
          <p:cNvPr id="37" name="Google Shape;37;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2400"/>
              <a:buNone/>
              <a:defRPr b="1" sz="2400"/>
            </a:lvl1pPr>
            <a:lvl2pPr indent="-228600" lvl="1" marL="914400" algn="l">
              <a:spcBef>
                <a:spcPts val="600"/>
              </a:spcBef>
              <a:spcAft>
                <a:spcPts val="0"/>
              </a:spcAft>
              <a:buSzPts val="2000"/>
              <a:buFont typeface="Arial"/>
              <a:buNone/>
              <a:defRPr b="1" sz="2000"/>
            </a:lvl2pPr>
            <a:lvl3pPr indent="-228600" lvl="2" marL="1371600" algn="l">
              <a:spcBef>
                <a:spcPts val="500"/>
              </a:spcBef>
              <a:spcAft>
                <a:spcPts val="0"/>
              </a:spcAft>
              <a:buSzPts val="1800"/>
              <a:buFont typeface="Arial"/>
              <a:buNone/>
              <a:defRPr b="1" sz="1800"/>
            </a:lvl3pPr>
            <a:lvl4pPr indent="-228600" lvl="3" marL="1828800" algn="l">
              <a:spcBef>
                <a:spcPts val="450"/>
              </a:spcBef>
              <a:spcAft>
                <a:spcPts val="0"/>
              </a:spcAft>
              <a:buSzPts val="1600"/>
              <a:buFont typeface="Arial"/>
              <a:buNone/>
              <a:defRPr b="1" sz="1600"/>
            </a:lvl4pPr>
            <a:lvl5pPr indent="-228600" lvl="4" marL="2286000" algn="l">
              <a:spcBef>
                <a:spcPts val="400"/>
              </a:spcBef>
              <a:spcAft>
                <a:spcPts val="0"/>
              </a:spcAft>
              <a:buSzPts val="1600"/>
              <a:buFont typeface="Arial"/>
              <a:buNone/>
              <a:defRPr b="1" sz="1600"/>
            </a:lvl5pPr>
            <a:lvl6pPr indent="-228600" lvl="5" marL="2743200" algn="l">
              <a:spcBef>
                <a:spcPts val="400"/>
              </a:spcBef>
              <a:spcAft>
                <a:spcPts val="0"/>
              </a:spcAft>
              <a:buSzPts val="1600"/>
              <a:buFont typeface="Arial"/>
              <a:buNone/>
              <a:defRPr b="1" sz="1600"/>
            </a:lvl6pPr>
            <a:lvl7pPr indent="-228600" lvl="6" marL="3200400" algn="l">
              <a:spcBef>
                <a:spcPts val="400"/>
              </a:spcBef>
              <a:spcAft>
                <a:spcPts val="0"/>
              </a:spcAft>
              <a:buSzPts val="1600"/>
              <a:buFont typeface="Arial"/>
              <a:buNone/>
              <a:defRPr b="1" sz="1600"/>
            </a:lvl7pPr>
            <a:lvl8pPr indent="-228600" lvl="7" marL="3657600" algn="l">
              <a:spcBef>
                <a:spcPts val="400"/>
              </a:spcBef>
              <a:spcAft>
                <a:spcPts val="0"/>
              </a:spcAft>
              <a:buSzPts val="1600"/>
              <a:buFont typeface="Arial"/>
              <a:buNone/>
              <a:defRPr b="1" sz="1600"/>
            </a:lvl8pPr>
            <a:lvl9pPr indent="-228600" lvl="8" marL="4114800" algn="l">
              <a:spcBef>
                <a:spcPts val="400"/>
              </a:spcBef>
              <a:spcAft>
                <a:spcPts val="400"/>
              </a:spcAft>
              <a:buSzPts val="1600"/>
              <a:buFont typeface="Arial"/>
              <a:buNone/>
              <a:defRPr b="1" sz="1600"/>
            </a:lvl9pPr>
          </a:lstStyle>
          <a:p/>
        </p:txBody>
      </p:sp>
      <p:sp>
        <p:nvSpPr>
          <p:cNvPr id="38" name="Google Shape;38;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600"/>
              </a:spcBef>
              <a:spcAft>
                <a:spcPts val="0"/>
              </a:spcAft>
              <a:buSzPts val="2400"/>
              <a:buChar char="▪"/>
              <a:defRPr sz="2400"/>
            </a:lvl1pPr>
            <a:lvl2pPr indent="-355600" lvl="1" marL="914400" algn="l">
              <a:spcBef>
                <a:spcPts val="600"/>
              </a:spcBef>
              <a:spcAft>
                <a:spcPts val="0"/>
              </a:spcAft>
              <a:buSzPts val="2000"/>
              <a:buFont typeface="Arial"/>
              <a:buChar char="–"/>
              <a:defRPr sz="2000"/>
            </a:lvl2pPr>
            <a:lvl3pPr indent="-342900" lvl="2" marL="1371600" algn="l">
              <a:spcBef>
                <a:spcPts val="500"/>
              </a:spcBef>
              <a:spcAft>
                <a:spcPts val="0"/>
              </a:spcAft>
              <a:buSzPts val="1800"/>
              <a:buFont typeface="Arial"/>
              <a:buChar char="•"/>
              <a:defRPr sz="1800"/>
            </a:lvl3pPr>
            <a:lvl4pPr indent="-330200" lvl="3" marL="1828800" algn="l">
              <a:spcBef>
                <a:spcPts val="450"/>
              </a:spcBef>
              <a:spcAft>
                <a:spcPts val="0"/>
              </a:spcAft>
              <a:buSzPts val="1600"/>
              <a:buFont typeface="Arial"/>
              <a:buChar char="–"/>
              <a:defRPr sz="1600"/>
            </a:lvl4pPr>
            <a:lvl5pPr indent="-330200" lvl="4" marL="2286000" algn="l">
              <a:spcBef>
                <a:spcPts val="400"/>
              </a:spcBef>
              <a:spcAft>
                <a:spcPts val="0"/>
              </a:spcAft>
              <a:buSzPts val="1600"/>
              <a:buFont typeface="Arial"/>
              <a:buChar char="»"/>
              <a:defRPr sz="1600"/>
            </a:lvl5pPr>
            <a:lvl6pPr indent="-330200" lvl="5" marL="2743200" algn="l">
              <a:spcBef>
                <a:spcPts val="400"/>
              </a:spcBef>
              <a:spcAft>
                <a:spcPts val="0"/>
              </a:spcAft>
              <a:buSzPts val="1600"/>
              <a:buFont typeface="Arial"/>
              <a:buChar char="»"/>
              <a:defRPr sz="1600"/>
            </a:lvl6pPr>
            <a:lvl7pPr indent="-330200" lvl="6" marL="3200400" algn="l">
              <a:spcBef>
                <a:spcPts val="400"/>
              </a:spcBef>
              <a:spcAft>
                <a:spcPts val="0"/>
              </a:spcAft>
              <a:buSzPts val="1600"/>
              <a:buFont typeface="Arial"/>
              <a:buChar char="»"/>
              <a:defRPr sz="1600"/>
            </a:lvl7pPr>
            <a:lvl8pPr indent="-330200" lvl="7" marL="3657600" algn="l">
              <a:spcBef>
                <a:spcPts val="400"/>
              </a:spcBef>
              <a:spcAft>
                <a:spcPts val="0"/>
              </a:spcAft>
              <a:buSzPts val="1600"/>
              <a:buFont typeface="Arial"/>
              <a:buChar char="»"/>
              <a:defRPr sz="1600"/>
            </a:lvl8pPr>
            <a:lvl9pPr indent="-330200" lvl="8" marL="4114800" algn="l">
              <a:spcBef>
                <a:spcPts val="400"/>
              </a:spcBef>
              <a:spcAft>
                <a:spcPts val="400"/>
              </a:spcAft>
              <a:buSzPts val="1600"/>
              <a:buFont typeface="Arial"/>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43"/>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800"/>
              </a:spcBef>
              <a:spcAft>
                <a:spcPts val="0"/>
              </a:spcAft>
              <a:buSzPts val="3200"/>
              <a:buChar char="▪"/>
              <a:defRPr sz="3200"/>
            </a:lvl1pPr>
            <a:lvl2pPr indent="-406400" lvl="1" marL="914400" algn="l">
              <a:spcBef>
                <a:spcPts val="800"/>
              </a:spcBef>
              <a:spcAft>
                <a:spcPts val="0"/>
              </a:spcAft>
              <a:buSzPts val="2800"/>
              <a:buFont typeface="Arial"/>
              <a:buChar char="–"/>
              <a:defRPr sz="2800"/>
            </a:lvl2pPr>
            <a:lvl3pPr indent="-381000" lvl="2" marL="1371600" algn="l">
              <a:spcBef>
                <a:spcPts val="700"/>
              </a:spcBef>
              <a:spcAft>
                <a:spcPts val="0"/>
              </a:spcAft>
              <a:buSzPts val="2400"/>
              <a:buFont typeface="Arial"/>
              <a:buChar char="•"/>
              <a:defRPr sz="2400"/>
            </a:lvl3pPr>
            <a:lvl4pPr indent="-355600" lvl="3" marL="1828800" algn="l">
              <a:spcBef>
                <a:spcPts val="600"/>
              </a:spcBef>
              <a:spcAft>
                <a:spcPts val="0"/>
              </a:spcAft>
              <a:buSzPts val="2000"/>
              <a:buFont typeface="Arial"/>
              <a:buChar char="–"/>
              <a:defRPr sz="2000"/>
            </a:lvl4pPr>
            <a:lvl5pPr indent="-355600" lvl="4" marL="2286000" algn="l">
              <a:spcBef>
                <a:spcPts val="500"/>
              </a:spcBef>
              <a:spcAft>
                <a:spcPts val="0"/>
              </a:spcAft>
              <a:buSzPts val="2000"/>
              <a:buFont typeface="Arial"/>
              <a:buChar char="»"/>
              <a:defRPr sz="2000"/>
            </a:lvl5pPr>
            <a:lvl6pPr indent="-355600" lvl="5" marL="2743200" algn="l">
              <a:spcBef>
                <a:spcPts val="500"/>
              </a:spcBef>
              <a:spcAft>
                <a:spcPts val="0"/>
              </a:spcAft>
              <a:buSzPts val="2000"/>
              <a:buFont typeface="Arial"/>
              <a:buChar char="»"/>
              <a:defRPr sz="2000"/>
            </a:lvl6pPr>
            <a:lvl7pPr indent="-355600" lvl="6" marL="3200400" algn="l">
              <a:spcBef>
                <a:spcPts val="500"/>
              </a:spcBef>
              <a:spcAft>
                <a:spcPts val="0"/>
              </a:spcAft>
              <a:buSzPts val="2000"/>
              <a:buFont typeface="Arial"/>
              <a:buChar char="»"/>
              <a:defRPr sz="2000"/>
            </a:lvl7pPr>
            <a:lvl8pPr indent="-355600" lvl="7" marL="3657600" algn="l">
              <a:spcBef>
                <a:spcPts val="500"/>
              </a:spcBef>
              <a:spcAft>
                <a:spcPts val="0"/>
              </a:spcAft>
              <a:buSzPts val="2000"/>
              <a:buFont typeface="Arial"/>
              <a:buChar char="»"/>
              <a:defRPr sz="2000"/>
            </a:lvl8pPr>
            <a:lvl9pPr indent="-355600" lvl="8" marL="4114800" algn="l">
              <a:spcBef>
                <a:spcPts val="500"/>
              </a:spcBef>
              <a:spcAft>
                <a:spcPts val="500"/>
              </a:spcAft>
              <a:buSzPts val="2000"/>
              <a:buFont typeface="Arial"/>
              <a:buChar char="»"/>
              <a:defRPr sz="2000"/>
            </a:lvl9pPr>
          </a:lstStyle>
          <a:p/>
        </p:txBody>
      </p:sp>
      <p:sp>
        <p:nvSpPr>
          <p:cNvPr id="45" name="Google Shape;45;p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350"/>
              </a:spcBef>
              <a:spcAft>
                <a:spcPts val="0"/>
              </a:spcAft>
              <a:buSzPts val="1400"/>
              <a:buNone/>
              <a:defRPr sz="1400"/>
            </a:lvl1pPr>
            <a:lvl2pPr indent="-228600" lvl="1" marL="914400" algn="l">
              <a:spcBef>
                <a:spcPts val="350"/>
              </a:spcBef>
              <a:spcAft>
                <a:spcPts val="0"/>
              </a:spcAft>
              <a:buSzPts val="1200"/>
              <a:buFont typeface="Arial"/>
              <a:buNone/>
              <a:defRPr sz="1200"/>
            </a:lvl2pPr>
            <a:lvl3pPr indent="-228600" lvl="2" marL="1371600" algn="l">
              <a:spcBef>
                <a:spcPts val="300"/>
              </a:spcBef>
              <a:spcAft>
                <a:spcPts val="0"/>
              </a:spcAft>
              <a:buSzPts val="1000"/>
              <a:buFont typeface="Arial"/>
              <a:buNone/>
              <a:defRPr sz="1000"/>
            </a:lvl3pPr>
            <a:lvl4pPr indent="-228600" lvl="3" marL="1828800" algn="l">
              <a:spcBef>
                <a:spcPts val="250"/>
              </a:spcBef>
              <a:spcAft>
                <a:spcPts val="0"/>
              </a:spcAft>
              <a:buSzPts val="900"/>
              <a:buFont typeface="Arial"/>
              <a:buNone/>
              <a:defRPr sz="900"/>
            </a:lvl4pPr>
            <a:lvl5pPr indent="-228600" lvl="4" marL="2286000" algn="l">
              <a:spcBef>
                <a:spcPts val="225"/>
              </a:spcBef>
              <a:spcAft>
                <a:spcPts val="0"/>
              </a:spcAft>
              <a:buSzPts val="900"/>
              <a:buFont typeface="Arial"/>
              <a:buNone/>
              <a:defRPr sz="900"/>
            </a:lvl5pPr>
            <a:lvl6pPr indent="-228600" lvl="5" marL="2743200" algn="l">
              <a:spcBef>
                <a:spcPts val="225"/>
              </a:spcBef>
              <a:spcAft>
                <a:spcPts val="0"/>
              </a:spcAft>
              <a:buSzPts val="900"/>
              <a:buFont typeface="Arial"/>
              <a:buNone/>
              <a:defRPr sz="900"/>
            </a:lvl6pPr>
            <a:lvl7pPr indent="-228600" lvl="6" marL="3200400" algn="l">
              <a:spcBef>
                <a:spcPts val="225"/>
              </a:spcBef>
              <a:spcAft>
                <a:spcPts val="0"/>
              </a:spcAft>
              <a:buSzPts val="900"/>
              <a:buFont typeface="Arial"/>
              <a:buNone/>
              <a:defRPr sz="900"/>
            </a:lvl7pPr>
            <a:lvl8pPr indent="-228600" lvl="7" marL="3657600" algn="l">
              <a:spcBef>
                <a:spcPts val="225"/>
              </a:spcBef>
              <a:spcAft>
                <a:spcPts val="0"/>
              </a:spcAft>
              <a:buSzPts val="900"/>
              <a:buFont typeface="Arial"/>
              <a:buNone/>
              <a:defRPr sz="900"/>
            </a:lvl8pPr>
            <a:lvl9pPr indent="-228600" lvl="8" marL="4114800" algn="l">
              <a:spcBef>
                <a:spcPts val="225"/>
              </a:spcBef>
              <a:spcAft>
                <a:spcPts val="225"/>
              </a:spcAft>
              <a:buSzPts val="900"/>
              <a:buFont typeface="Arial"/>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4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6"/>
          <p:cNvSpPr/>
          <p:nvPr>
            <p:ph idx="2" type="pic"/>
          </p:nvPr>
        </p:nvSpPr>
        <p:spPr>
          <a:xfrm>
            <a:off x="1792288" y="612775"/>
            <a:ext cx="5486400" cy="4114800"/>
          </a:xfrm>
          <a:prstGeom prst="rect">
            <a:avLst/>
          </a:prstGeom>
          <a:noFill/>
          <a:ln>
            <a:noFill/>
          </a:ln>
        </p:spPr>
      </p:sp>
      <p:sp>
        <p:nvSpPr>
          <p:cNvPr id="49" name="Google Shape;49;p4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350"/>
              </a:spcBef>
              <a:spcAft>
                <a:spcPts val="0"/>
              </a:spcAft>
              <a:buSzPts val="1400"/>
              <a:buNone/>
              <a:defRPr sz="1400"/>
            </a:lvl1pPr>
            <a:lvl2pPr indent="-228600" lvl="1" marL="914400" algn="l">
              <a:spcBef>
                <a:spcPts val="350"/>
              </a:spcBef>
              <a:spcAft>
                <a:spcPts val="0"/>
              </a:spcAft>
              <a:buSzPts val="1200"/>
              <a:buFont typeface="Arial"/>
              <a:buNone/>
              <a:defRPr sz="1200"/>
            </a:lvl2pPr>
            <a:lvl3pPr indent="-228600" lvl="2" marL="1371600" algn="l">
              <a:spcBef>
                <a:spcPts val="300"/>
              </a:spcBef>
              <a:spcAft>
                <a:spcPts val="0"/>
              </a:spcAft>
              <a:buSzPts val="1000"/>
              <a:buFont typeface="Arial"/>
              <a:buNone/>
              <a:defRPr sz="1000"/>
            </a:lvl3pPr>
            <a:lvl4pPr indent="-228600" lvl="3" marL="1828800" algn="l">
              <a:spcBef>
                <a:spcPts val="250"/>
              </a:spcBef>
              <a:spcAft>
                <a:spcPts val="0"/>
              </a:spcAft>
              <a:buSzPts val="900"/>
              <a:buFont typeface="Arial"/>
              <a:buNone/>
              <a:defRPr sz="900"/>
            </a:lvl4pPr>
            <a:lvl5pPr indent="-228600" lvl="4" marL="2286000" algn="l">
              <a:spcBef>
                <a:spcPts val="225"/>
              </a:spcBef>
              <a:spcAft>
                <a:spcPts val="0"/>
              </a:spcAft>
              <a:buSzPts val="900"/>
              <a:buFont typeface="Arial"/>
              <a:buNone/>
              <a:defRPr sz="900"/>
            </a:lvl5pPr>
            <a:lvl6pPr indent="-228600" lvl="5" marL="2743200" algn="l">
              <a:spcBef>
                <a:spcPts val="225"/>
              </a:spcBef>
              <a:spcAft>
                <a:spcPts val="0"/>
              </a:spcAft>
              <a:buSzPts val="900"/>
              <a:buFont typeface="Arial"/>
              <a:buNone/>
              <a:defRPr sz="900"/>
            </a:lvl6pPr>
            <a:lvl7pPr indent="-228600" lvl="6" marL="3200400" algn="l">
              <a:spcBef>
                <a:spcPts val="225"/>
              </a:spcBef>
              <a:spcAft>
                <a:spcPts val="0"/>
              </a:spcAft>
              <a:buSzPts val="900"/>
              <a:buFont typeface="Arial"/>
              <a:buNone/>
              <a:defRPr sz="900"/>
            </a:lvl7pPr>
            <a:lvl8pPr indent="-228600" lvl="7" marL="3657600" algn="l">
              <a:spcBef>
                <a:spcPts val="225"/>
              </a:spcBef>
              <a:spcAft>
                <a:spcPts val="0"/>
              </a:spcAft>
              <a:buSzPts val="900"/>
              <a:buFont typeface="Arial"/>
              <a:buNone/>
              <a:defRPr sz="900"/>
            </a:lvl8pPr>
            <a:lvl9pPr indent="-228600" lvl="8" marL="4114800" algn="l">
              <a:spcBef>
                <a:spcPts val="225"/>
              </a:spcBef>
              <a:spcAft>
                <a:spcPts val="225"/>
              </a:spcAft>
              <a:buSzPts val="900"/>
              <a:buFont typeface="Arial"/>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0" name="Shape 50"/>
        <p:cNvGrpSpPr/>
        <p:nvPr/>
      </p:nvGrpSpPr>
      <p:grpSpPr>
        <a:xfrm>
          <a:off x="0" y="0"/>
          <a:ext cx="0" cy="0"/>
          <a:chOff x="0" y="0"/>
          <a:chExt cx="0" cy="0"/>
        </a:xfrm>
      </p:grpSpPr>
      <p:sp>
        <p:nvSpPr>
          <p:cNvPr id="51" name="Google Shape;51;p4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3" name="Shape 53"/>
        <p:cNvGrpSpPr/>
        <p:nvPr/>
      </p:nvGrpSpPr>
      <p:grpSpPr>
        <a:xfrm>
          <a:off x="0" y="0"/>
          <a:ext cx="0" cy="0"/>
          <a:chOff x="0" y="0"/>
          <a:chExt cx="0" cy="0"/>
        </a:xfrm>
      </p:grpSpPr>
      <p:sp>
        <p:nvSpPr>
          <p:cNvPr id="54" name="Google Shape;54;p48"/>
          <p:cNvSpPr txBox="1"/>
          <p:nvPr>
            <p:ph type="title"/>
          </p:nvPr>
        </p:nvSpPr>
        <p:spPr>
          <a:xfrm rot="5400000">
            <a:off x="4994275" y="2195513"/>
            <a:ext cx="5745163" cy="21161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8"/>
          <p:cNvSpPr txBox="1"/>
          <p:nvPr>
            <p:ph idx="1" type="body"/>
          </p:nvPr>
        </p:nvSpPr>
        <p:spPr>
          <a:xfrm rot="5400000">
            <a:off x="684213" y="153987"/>
            <a:ext cx="5745163" cy="6199188"/>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56" name="Shape 56"/>
        <p:cNvGrpSpPr/>
        <p:nvPr/>
      </p:nvGrpSpPr>
      <p:grpSpPr>
        <a:xfrm>
          <a:off x="0" y="0"/>
          <a:ext cx="0" cy="0"/>
          <a:chOff x="0" y="0"/>
          <a:chExt cx="0" cy="0"/>
        </a:xfrm>
      </p:grpSpPr>
      <p:sp>
        <p:nvSpPr>
          <p:cNvPr id="57" name="Google Shape;57;p49"/>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9"/>
          <p:cNvSpPr/>
          <p:nvPr>
            <p:ph idx="2" type="dgm"/>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lvl="0" marR="0" rtl="0" algn="l">
              <a:spcBef>
                <a:spcPts val="700"/>
              </a:spcBef>
              <a:spcAft>
                <a:spcPts val="0"/>
              </a:spcAft>
              <a:buClr>
                <a:srgbClr val="005AA6"/>
              </a:buClr>
              <a:buSzPts val="2800"/>
              <a:buFont typeface="Noto Sans Symbols"/>
              <a:buChar char="▪"/>
              <a:defRPr b="0" i="0" sz="2800" u="none" cap="none" strike="noStrike">
                <a:solidFill>
                  <a:srgbClr val="4D4D4D"/>
                </a:solidFill>
                <a:latin typeface="Arial"/>
                <a:ea typeface="Arial"/>
                <a:cs typeface="Arial"/>
                <a:sym typeface="Arial"/>
              </a:defRPr>
            </a:lvl1pPr>
            <a:lvl2pPr lvl="1" marR="0" rtl="0" algn="l">
              <a:spcBef>
                <a:spcPts val="700"/>
              </a:spcBef>
              <a:spcAft>
                <a:spcPts val="0"/>
              </a:spcAft>
              <a:buClr>
                <a:srgbClr val="005AA6"/>
              </a:buClr>
              <a:buSzPts val="2400"/>
              <a:buFont typeface="Arial"/>
              <a:buChar char="–"/>
              <a:defRPr b="0" i="0" sz="2400" u="none" cap="none" strike="noStrike">
                <a:solidFill>
                  <a:srgbClr val="4D4D4D"/>
                </a:solidFill>
                <a:latin typeface="Arial"/>
                <a:ea typeface="Arial"/>
                <a:cs typeface="Arial"/>
                <a:sym typeface="Arial"/>
              </a:defRPr>
            </a:lvl2pPr>
            <a:lvl3pPr lvl="2" marR="0" rtl="0" algn="l">
              <a:spcBef>
                <a:spcPts val="600"/>
              </a:spcBef>
              <a:spcAft>
                <a:spcPts val="0"/>
              </a:spcAft>
              <a:buClr>
                <a:srgbClr val="005AA6"/>
              </a:buClr>
              <a:buSzPts val="2000"/>
              <a:buFont typeface="Arial"/>
              <a:buChar char="•"/>
              <a:defRPr b="0" i="0" sz="2000" u="none" cap="none" strike="noStrike">
                <a:solidFill>
                  <a:srgbClr val="4D4D4D"/>
                </a:solidFill>
                <a:latin typeface="Arial"/>
                <a:ea typeface="Arial"/>
                <a:cs typeface="Arial"/>
                <a:sym typeface="Arial"/>
              </a:defRPr>
            </a:lvl3pPr>
            <a:lvl4pPr lvl="3" marR="0" rtl="0" algn="l">
              <a:spcBef>
                <a:spcPts val="50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4pPr>
            <a:lvl5pPr lvl="4"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5pPr>
            <a:lvl6pPr lvl="5"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6pPr>
            <a:lvl7pPr lvl="6"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7pPr>
            <a:lvl8pPr lvl="7"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8pPr>
            <a:lvl9pPr lvl="8" marR="0" rtl="0" algn="l">
              <a:spcBef>
                <a:spcPts val="450"/>
              </a:spcBef>
              <a:spcAft>
                <a:spcPts val="450"/>
              </a:spcAft>
              <a:buClr>
                <a:srgbClr val="005AA6"/>
              </a:buClr>
              <a:buSzPts val="1800"/>
              <a:buFont typeface="Arial"/>
              <a:buChar char="»"/>
              <a:defRPr b="0" i="0" sz="1800" u="none" cap="none" strike="noStrike">
                <a:solidFill>
                  <a:srgbClr val="4D4D4D"/>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37"/>
          <p:cNvCxnSpPr/>
          <p:nvPr/>
        </p:nvCxnSpPr>
        <p:spPr>
          <a:xfrm>
            <a:off x="-6350" y="6565900"/>
            <a:ext cx="9150350" cy="0"/>
          </a:xfrm>
          <a:prstGeom prst="straightConnector1">
            <a:avLst/>
          </a:prstGeom>
          <a:noFill/>
          <a:ln cap="flat" cmpd="sng" w="57150">
            <a:solidFill>
              <a:srgbClr val="7482BF"/>
            </a:solidFill>
            <a:prstDash val="solid"/>
            <a:round/>
            <a:headEnd len="sm" w="sm" type="none"/>
            <a:tailEnd len="sm" w="sm" type="none"/>
          </a:ln>
        </p:spPr>
      </p:cxnSp>
      <p:sp>
        <p:nvSpPr>
          <p:cNvPr id="11" name="Google Shape;11;p37"/>
          <p:cNvSpPr/>
          <p:nvPr/>
        </p:nvSpPr>
        <p:spPr>
          <a:xfrm>
            <a:off x="1652588" y="0"/>
            <a:ext cx="7497762" cy="1065213"/>
          </a:xfrm>
          <a:prstGeom prst="rect">
            <a:avLst/>
          </a:prstGeom>
          <a:solidFill>
            <a:srgbClr val="7482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2" name="Google Shape;12;p37"/>
          <p:cNvPicPr preferRelativeResize="0"/>
          <p:nvPr/>
        </p:nvPicPr>
        <p:blipFill rotWithShape="1">
          <a:blip r:embed="rId1">
            <a:alphaModFix/>
          </a:blip>
          <a:srcRect b="2047" l="1305" r="1262" t="2190"/>
          <a:stretch/>
        </p:blipFill>
        <p:spPr>
          <a:xfrm>
            <a:off x="0" y="0"/>
            <a:ext cx="1652588" cy="1065213"/>
          </a:xfrm>
          <a:prstGeom prst="rect">
            <a:avLst/>
          </a:prstGeom>
          <a:noFill/>
          <a:ln>
            <a:noFill/>
          </a:ln>
        </p:spPr>
      </p:pic>
      <p:pic>
        <p:nvPicPr>
          <p:cNvPr id="13" name="Google Shape;13;p37"/>
          <p:cNvPicPr preferRelativeResize="0"/>
          <p:nvPr/>
        </p:nvPicPr>
        <p:blipFill rotWithShape="1">
          <a:blip r:embed="rId2">
            <a:alphaModFix/>
          </a:blip>
          <a:srcRect b="0" l="0" r="0" t="0"/>
          <a:stretch/>
        </p:blipFill>
        <p:spPr>
          <a:xfrm>
            <a:off x="2046288" y="114300"/>
            <a:ext cx="5930900" cy="241300"/>
          </a:xfrm>
          <a:prstGeom prst="rect">
            <a:avLst/>
          </a:prstGeom>
          <a:noFill/>
          <a:ln>
            <a:noFill/>
          </a:ln>
        </p:spPr>
      </p:pic>
      <p:sp>
        <p:nvSpPr>
          <p:cNvPr id="14" name="Google Shape;14;p3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36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1" i="0" sz="36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36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36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36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36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36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36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3600" u="none" cap="none" strike="noStrike">
                <a:solidFill>
                  <a:schemeClr val="dk2"/>
                </a:solidFill>
                <a:latin typeface="Arial"/>
                <a:ea typeface="Arial"/>
                <a:cs typeface="Arial"/>
                <a:sym typeface="Arial"/>
              </a:defRPr>
            </a:lvl9pPr>
          </a:lstStyle>
          <a:p/>
        </p:txBody>
      </p:sp>
      <p:sp>
        <p:nvSpPr>
          <p:cNvPr id="15" name="Google Shape;15;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700"/>
              </a:spcBef>
              <a:spcAft>
                <a:spcPts val="0"/>
              </a:spcAft>
              <a:buClr>
                <a:srgbClr val="005AA6"/>
              </a:buClr>
              <a:buSzPts val="2800"/>
              <a:buFont typeface="Noto Sans Symbols"/>
              <a:buChar char="▪"/>
              <a:defRPr b="0" i="0" sz="2800" u="none" cap="none" strike="noStrike">
                <a:solidFill>
                  <a:srgbClr val="4D4D4D"/>
                </a:solidFill>
                <a:latin typeface="Arial"/>
                <a:ea typeface="Arial"/>
                <a:cs typeface="Arial"/>
                <a:sym typeface="Arial"/>
              </a:defRPr>
            </a:lvl1pPr>
            <a:lvl2pPr indent="-381000" lvl="1" marL="914400" marR="0" rtl="0" algn="l">
              <a:spcBef>
                <a:spcPts val="700"/>
              </a:spcBef>
              <a:spcAft>
                <a:spcPts val="0"/>
              </a:spcAft>
              <a:buClr>
                <a:srgbClr val="005AA6"/>
              </a:buClr>
              <a:buSzPts val="2400"/>
              <a:buFont typeface="Arial"/>
              <a:buChar char="–"/>
              <a:defRPr b="0" i="0" sz="2400" u="none" cap="none" strike="noStrike">
                <a:solidFill>
                  <a:srgbClr val="4D4D4D"/>
                </a:solidFill>
                <a:latin typeface="Arial"/>
                <a:ea typeface="Arial"/>
                <a:cs typeface="Arial"/>
                <a:sym typeface="Arial"/>
              </a:defRPr>
            </a:lvl2pPr>
            <a:lvl3pPr indent="-355600" lvl="2" marL="1371600" marR="0" rtl="0" algn="l">
              <a:spcBef>
                <a:spcPts val="600"/>
              </a:spcBef>
              <a:spcAft>
                <a:spcPts val="0"/>
              </a:spcAft>
              <a:buClr>
                <a:srgbClr val="005AA6"/>
              </a:buClr>
              <a:buSzPts val="2000"/>
              <a:buFont typeface="Arial"/>
              <a:buChar char="•"/>
              <a:defRPr b="0" i="0" sz="2000" u="none" cap="none" strike="noStrike">
                <a:solidFill>
                  <a:srgbClr val="4D4D4D"/>
                </a:solidFill>
                <a:latin typeface="Arial"/>
                <a:ea typeface="Arial"/>
                <a:cs typeface="Arial"/>
                <a:sym typeface="Arial"/>
              </a:defRPr>
            </a:lvl3pPr>
            <a:lvl4pPr indent="-342900" lvl="3" marL="1828800" marR="0" rtl="0" algn="l">
              <a:spcBef>
                <a:spcPts val="50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4pPr>
            <a:lvl5pPr indent="-342900" lvl="4" marL="22860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5pPr>
            <a:lvl6pPr indent="-342900" lvl="5" marL="27432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6pPr>
            <a:lvl7pPr indent="-342900" lvl="6" marL="32004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7pPr>
            <a:lvl8pPr indent="-342900" lvl="7" marL="36576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8pPr>
            <a:lvl9pPr indent="-342900" lvl="8" marL="4114800" marR="0" rtl="0" algn="l">
              <a:spcBef>
                <a:spcPts val="450"/>
              </a:spcBef>
              <a:spcAft>
                <a:spcPts val="450"/>
              </a:spcAft>
              <a:buClr>
                <a:srgbClr val="005AA6"/>
              </a:buClr>
              <a:buSzPts val="1800"/>
              <a:buFont typeface="Arial"/>
              <a:buChar char="»"/>
              <a:defRPr b="0" i="0" sz="1800" u="none" cap="none" strike="noStrike">
                <a:solidFill>
                  <a:srgbClr val="4D4D4D"/>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dailymotion.com/video/x2p4z0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www.dailymotion.com/video/x2p4z02"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idx="1" type="subTitle"/>
          </p:nvPr>
        </p:nvSpPr>
        <p:spPr>
          <a:xfrm>
            <a:off x="838200" y="2408238"/>
            <a:ext cx="74676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4400"/>
              <a:buNone/>
            </a:pPr>
            <a:r>
              <a:t/>
            </a:r>
            <a:endParaRPr/>
          </a:p>
          <a:p>
            <a:pPr indent="0" lvl="0" marL="0" rtl="0" algn="ctr">
              <a:spcBef>
                <a:spcPts val="2200"/>
              </a:spcBef>
              <a:spcAft>
                <a:spcPts val="0"/>
              </a:spcAft>
              <a:buSzPts val="4400"/>
              <a:buNone/>
            </a:pPr>
            <a:r>
              <a:rPr lang="en-US">
                <a:solidFill>
                  <a:schemeClr val="dk1"/>
                </a:solidFill>
              </a:rPr>
              <a:t>INTERVIEWS</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2"/>
          <p:cNvSpPr txBox="1"/>
          <p:nvPr>
            <p:ph type="title"/>
          </p:nvPr>
        </p:nvSpPr>
        <p:spPr>
          <a:xfrm>
            <a:off x="573769" y="1833270"/>
            <a:ext cx="7209675" cy="2139525"/>
          </a:xfrm>
          <a:prstGeom prst="rect">
            <a:avLst/>
          </a:prstGeom>
          <a:solidFill>
            <a:schemeClr val="lt1"/>
          </a:solidFill>
          <a:ln>
            <a:noFill/>
          </a:ln>
        </p:spPr>
        <p:txBody>
          <a:bodyPr anchorCtr="0" anchor="b" bIns="68550" lIns="68550" spcFirstLastPara="1" rIns="68550" wrap="square" tIns="68550">
            <a:noAutofit/>
          </a:bodyPr>
          <a:lstStyle/>
          <a:p>
            <a:pPr indent="0" lvl="0" marL="0" rtl="0" algn="ctr">
              <a:spcBef>
                <a:spcPts val="0"/>
              </a:spcBef>
              <a:spcAft>
                <a:spcPts val="0"/>
              </a:spcAft>
              <a:buNone/>
            </a:pPr>
            <a:r>
              <a:rPr lang="en-US" sz="4400"/>
              <a:t>CAN BE UGLY...</a:t>
            </a:r>
            <a:endParaRPr sz="4400"/>
          </a:p>
        </p:txBody>
      </p:sp>
      <p:sp>
        <p:nvSpPr>
          <p:cNvPr id="70" name="Google Shape;70;p2"/>
          <p:cNvSpPr txBox="1"/>
          <p:nvPr>
            <p:ph idx="1" type="body"/>
          </p:nvPr>
        </p:nvSpPr>
        <p:spPr>
          <a:xfrm>
            <a:off x="569775" y="3972795"/>
            <a:ext cx="7210425" cy="857250"/>
          </a:xfrm>
          <a:prstGeom prst="rect">
            <a:avLst/>
          </a:prstGeom>
          <a:noFill/>
          <a:ln>
            <a:noFill/>
          </a:ln>
        </p:spPr>
        <p:txBody>
          <a:bodyPr anchorCtr="0" anchor="t" bIns="68550" lIns="68550" spcFirstLastPara="1" rIns="68550" wrap="square" tIns="68550">
            <a:noAutofit/>
          </a:bodyPr>
          <a:lstStyle/>
          <a:p>
            <a:pPr indent="0" lvl="0" marL="0" rtl="0" algn="r">
              <a:spcBef>
                <a:spcPts val="0"/>
              </a:spcBef>
              <a:spcAft>
                <a:spcPts val="0"/>
              </a:spcAft>
              <a:buSzPts val="2000"/>
              <a:buNone/>
            </a:pPr>
            <a:r>
              <a:rPr lang="en-US" u="sng">
                <a:solidFill>
                  <a:schemeClr val="hlink"/>
                </a:solidFill>
                <a:hlinkClick r:id="rId3"/>
              </a:rPr>
              <a:t>https://www.dailymotion.com/video/x2p4z02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 name="Shape 74"/>
        <p:cNvGrpSpPr/>
        <p:nvPr/>
      </p:nvGrpSpPr>
      <p:grpSpPr>
        <a:xfrm>
          <a:off x="0" y="0"/>
          <a:ext cx="0" cy="0"/>
          <a:chOff x="0" y="0"/>
          <a:chExt cx="0" cy="0"/>
        </a:xfrm>
      </p:grpSpPr>
      <p:sp>
        <p:nvSpPr>
          <p:cNvPr id="75" name="Google Shape;75;p3"/>
          <p:cNvSpPr txBox="1"/>
          <p:nvPr>
            <p:ph type="title"/>
          </p:nvPr>
        </p:nvSpPr>
        <p:spPr>
          <a:xfrm>
            <a:off x="685800" y="2499443"/>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WHAT’S THE PURPOSE </a:t>
            </a:r>
            <a:br>
              <a:rPr lang="en-US" sz="4400"/>
            </a:br>
            <a:r>
              <a:rPr lang="en-US" sz="4400"/>
              <a:t>OF INTERVIEWS?</a:t>
            </a:r>
            <a:endParaRPr sz="4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lnSpc>
                <a:spcPct val="94000"/>
              </a:lnSpc>
              <a:spcBef>
                <a:spcPts val="0"/>
              </a:spcBef>
              <a:spcAft>
                <a:spcPts val="0"/>
              </a:spcAft>
              <a:buClr>
                <a:schemeClr val="dk2"/>
              </a:buClr>
              <a:buSzPts val="2800"/>
              <a:buFont typeface="Noto Sans Symbols"/>
              <a:buNone/>
            </a:pPr>
            <a:r>
              <a:rPr b="1" lang="en-US">
                <a:solidFill>
                  <a:schemeClr val="dk2"/>
                </a:solidFill>
              </a:rPr>
              <a:t>Why do we interview?</a:t>
            </a:r>
            <a:endParaRPr/>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Meet the employer in-person (virtual) or by phone</a:t>
            </a:r>
            <a:endParaRPr sz="2000"/>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Sell your strengths and skills as they relate to the employer and the position</a:t>
            </a:r>
            <a:endParaRPr sz="2000"/>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Learn about the position and the employer</a:t>
            </a:r>
            <a:endParaRPr sz="2000"/>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Assess if the employer and the position are a good fit for your career goals, values and needs</a:t>
            </a:r>
            <a:endParaRPr/>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And of course, allow them to do the same!</a:t>
            </a:r>
            <a:endParaRPr sz="200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5"/>
          <p:cNvSpPr txBox="1"/>
          <p:nvPr>
            <p:ph type="title"/>
          </p:nvPr>
        </p:nvSpPr>
        <p:spPr>
          <a:xfrm>
            <a:off x="594493" y="2646926"/>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WHEN DOES THE INTERVIEW BEGIN?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lnSpc>
                <a:spcPct val="94000"/>
              </a:lnSpc>
              <a:spcBef>
                <a:spcPts val="0"/>
              </a:spcBef>
              <a:spcAft>
                <a:spcPts val="0"/>
              </a:spcAft>
              <a:buClr>
                <a:schemeClr val="dk2"/>
              </a:buClr>
              <a:buSzPts val="2800"/>
              <a:buFont typeface="Noto Sans Symbols"/>
              <a:buNone/>
            </a:pPr>
            <a:r>
              <a:rPr b="1" lang="en-US">
                <a:solidFill>
                  <a:schemeClr val="dk2"/>
                </a:solidFill>
              </a:rPr>
              <a:t>When does an interview start?</a:t>
            </a:r>
            <a:endParaRPr b="1" sz="3600">
              <a:solidFill>
                <a:schemeClr val="dk2"/>
              </a:solidFill>
            </a:endParaRPr>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When you answer the request for an interview?</a:t>
            </a:r>
            <a:endParaRPr sz="2000"/>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When you arrive at the location of the interview?</a:t>
            </a:r>
            <a:endParaRPr sz="2000"/>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When you meet the interviewer?</a:t>
            </a:r>
            <a:endParaRPr sz="2000"/>
          </a:p>
          <a:p>
            <a:pPr indent="-342900" lvl="0" marL="342900" rtl="0" algn="l">
              <a:lnSpc>
                <a:spcPct val="94000"/>
              </a:lnSpc>
              <a:spcBef>
                <a:spcPts val="1200"/>
              </a:spcBef>
              <a:spcAft>
                <a:spcPts val="0"/>
              </a:spcAft>
              <a:buClr>
                <a:schemeClr val="dk2"/>
              </a:buClr>
              <a:buSzPts val="2000"/>
              <a:buFont typeface="Arial"/>
              <a:buChar char="•"/>
            </a:pPr>
            <a:r>
              <a:rPr lang="en-US" sz="2000">
                <a:solidFill>
                  <a:schemeClr val="dk2"/>
                </a:solidFill>
              </a:rPr>
              <a:t>When you sit down in the interview room and get asked the first question?</a:t>
            </a:r>
            <a:endParaRPr sz="2000"/>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7"/>
          <p:cNvSpPr txBox="1"/>
          <p:nvPr>
            <p:ph type="title"/>
          </p:nvPr>
        </p:nvSpPr>
        <p:spPr>
          <a:xfrm>
            <a:off x="685800" y="2676423"/>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TYPES/FORMS OF INTERVIEWS?</a:t>
            </a:r>
            <a:br>
              <a:rPr lang="en-US"/>
            </a:b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lnSpc>
                <a:spcPct val="94000"/>
              </a:lnSpc>
              <a:spcBef>
                <a:spcPts val="0"/>
              </a:spcBef>
              <a:spcAft>
                <a:spcPts val="0"/>
              </a:spcAft>
              <a:buClr>
                <a:schemeClr val="dk2"/>
              </a:buClr>
              <a:buSzPts val="2800"/>
              <a:buFont typeface="Noto Sans Symbols"/>
              <a:buNone/>
            </a:pPr>
            <a:r>
              <a:rPr b="1" lang="en-US">
                <a:solidFill>
                  <a:schemeClr val="dk2"/>
                </a:solidFill>
              </a:rPr>
              <a:t>Types of Interviews:</a:t>
            </a:r>
            <a:endParaRPr b="1" sz="1200">
              <a:solidFill>
                <a:schemeClr val="dk2"/>
              </a:solidFill>
            </a:endParaRPr>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Information / Reverse Interview</a:t>
            </a:r>
            <a:endParaRPr b="1" sz="2000"/>
          </a:p>
          <a:p>
            <a:pPr indent="-393700" lvl="1" marL="914400" rtl="0" algn="l">
              <a:lnSpc>
                <a:spcPct val="94000"/>
              </a:lnSpc>
              <a:spcBef>
                <a:spcPts val="700"/>
              </a:spcBef>
              <a:spcAft>
                <a:spcPts val="0"/>
              </a:spcAft>
              <a:buClr>
                <a:schemeClr val="dk2"/>
              </a:buClr>
              <a:buSzPts val="2000"/>
              <a:buFont typeface="Arial"/>
              <a:buChar char="•"/>
            </a:pPr>
            <a:r>
              <a:rPr i="1" lang="en-US" sz="2000">
                <a:solidFill>
                  <a:schemeClr val="dk2"/>
                </a:solidFill>
              </a:rPr>
              <a:t>For future reference</a:t>
            </a:r>
            <a:endParaRPr sz="2000"/>
          </a:p>
          <a:p>
            <a:pPr indent="-393700" lvl="1" marL="914400" rtl="0" algn="l">
              <a:lnSpc>
                <a:spcPct val="94000"/>
              </a:lnSpc>
              <a:spcBef>
                <a:spcPts val="700"/>
              </a:spcBef>
              <a:spcAft>
                <a:spcPts val="0"/>
              </a:spcAft>
              <a:buClr>
                <a:schemeClr val="dk2"/>
              </a:buClr>
              <a:buSzPts val="2000"/>
              <a:buFont typeface="Arial"/>
              <a:buChar char="•"/>
            </a:pPr>
            <a:r>
              <a:rPr i="1" lang="en-US" sz="2000">
                <a:solidFill>
                  <a:schemeClr val="dk2"/>
                </a:solidFill>
              </a:rPr>
              <a:t>Result of networking</a:t>
            </a:r>
            <a:endParaRPr sz="2000"/>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Screening Interview</a:t>
            </a:r>
            <a:endParaRPr b="1" sz="2000"/>
          </a:p>
          <a:p>
            <a:pPr indent="-393700" lvl="1" marL="914400" rtl="0" algn="l">
              <a:lnSpc>
                <a:spcPct val="94000"/>
              </a:lnSpc>
              <a:spcBef>
                <a:spcPts val="700"/>
              </a:spcBef>
              <a:spcAft>
                <a:spcPts val="0"/>
              </a:spcAft>
              <a:buClr>
                <a:schemeClr val="dk2"/>
              </a:buClr>
              <a:buSzPts val="2000"/>
              <a:buFont typeface="Arial"/>
              <a:buChar char="•"/>
            </a:pPr>
            <a:r>
              <a:rPr i="1" lang="en-US" sz="2000">
                <a:solidFill>
                  <a:schemeClr val="dk2"/>
                </a:solidFill>
              </a:rPr>
              <a:t>Enables employers to narrow the field of applicants</a:t>
            </a:r>
            <a:endParaRPr/>
          </a:p>
          <a:p>
            <a:pPr indent="-393700" lvl="1" marL="914400" rtl="0" algn="l">
              <a:lnSpc>
                <a:spcPct val="94000"/>
              </a:lnSpc>
              <a:spcBef>
                <a:spcPts val="700"/>
              </a:spcBef>
              <a:spcAft>
                <a:spcPts val="0"/>
              </a:spcAft>
              <a:buClr>
                <a:schemeClr val="dk2"/>
              </a:buClr>
              <a:buSzPts val="2000"/>
              <a:buFont typeface="Arial"/>
              <a:buChar char="•"/>
            </a:pPr>
            <a:r>
              <a:rPr i="1" lang="en-US" sz="2000">
                <a:solidFill>
                  <a:schemeClr val="dk2"/>
                </a:solidFill>
              </a:rPr>
              <a:t>Typically HR personnel</a:t>
            </a:r>
            <a:endParaRPr/>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Selection Interview</a:t>
            </a:r>
            <a:endParaRPr b="1" sz="2000"/>
          </a:p>
          <a:p>
            <a:pPr indent="-393700" lvl="1" marL="914400" rtl="0" algn="l">
              <a:lnSpc>
                <a:spcPct val="94000"/>
              </a:lnSpc>
              <a:spcBef>
                <a:spcPts val="700"/>
              </a:spcBef>
              <a:spcAft>
                <a:spcPts val="0"/>
              </a:spcAft>
              <a:buClr>
                <a:schemeClr val="dk2"/>
              </a:buClr>
              <a:buSzPts val="2000"/>
              <a:buFont typeface="Arial"/>
              <a:buChar char="•"/>
            </a:pPr>
            <a:r>
              <a:rPr i="1" lang="en-US" sz="2000">
                <a:solidFill>
                  <a:schemeClr val="dk2"/>
                </a:solidFill>
              </a:rPr>
              <a:t>Conducted by senior/reporting management, or other hiring authority</a:t>
            </a:r>
            <a:endParaRPr/>
          </a:p>
          <a:p>
            <a:pPr indent="-393700" lvl="1" marL="914400" rtl="0" algn="l">
              <a:lnSpc>
                <a:spcPct val="94000"/>
              </a:lnSpc>
              <a:spcBef>
                <a:spcPts val="700"/>
              </a:spcBef>
              <a:spcAft>
                <a:spcPts val="0"/>
              </a:spcAft>
              <a:buClr>
                <a:schemeClr val="dk2"/>
              </a:buClr>
              <a:buSzPts val="2000"/>
              <a:buFont typeface="Arial"/>
              <a:buChar char="•"/>
            </a:pPr>
            <a:r>
              <a:rPr i="1" lang="en-US" sz="2000">
                <a:solidFill>
                  <a:schemeClr val="dk2"/>
                </a:solidFill>
              </a:rPr>
              <a:t>Usually ends on a hiring decision</a:t>
            </a:r>
            <a:endParaRPr/>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9"/>
          <p:cNvSpPr txBox="1"/>
          <p:nvPr>
            <p:ph idx="1" type="body"/>
          </p:nvPr>
        </p:nvSpPr>
        <p:spPr>
          <a:xfrm>
            <a:off x="457200" y="1612490"/>
            <a:ext cx="8229600" cy="481780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2800"/>
              <a:buFont typeface="Noto Sans Symbols"/>
              <a:buNone/>
            </a:pPr>
            <a:r>
              <a:rPr b="1" lang="en-US">
                <a:solidFill>
                  <a:schemeClr val="dk2"/>
                </a:solidFill>
              </a:rPr>
              <a:t>Forms of Interviews:</a:t>
            </a:r>
            <a:endParaRPr/>
          </a:p>
          <a:p>
            <a:pPr indent="-285750" lvl="0" marL="299720" rtl="0" algn="l">
              <a:spcBef>
                <a:spcPts val="1200"/>
              </a:spcBef>
              <a:spcAft>
                <a:spcPts val="0"/>
              </a:spcAft>
              <a:buClr>
                <a:schemeClr val="dk2"/>
              </a:buClr>
              <a:buSzPts val="1600"/>
              <a:buFont typeface="Noto Sans Symbols"/>
              <a:buChar char="❑"/>
            </a:pPr>
            <a:r>
              <a:rPr b="1" lang="en-US" sz="2000">
                <a:solidFill>
                  <a:schemeClr val="dk2"/>
                </a:solidFill>
              </a:rPr>
              <a:t>Directed</a:t>
            </a:r>
            <a:endParaRPr sz="2000"/>
          </a:p>
          <a:p>
            <a:pPr indent="-379730" lvl="1" marL="914400" rtl="0" algn="l">
              <a:spcBef>
                <a:spcPts val="700"/>
              </a:spcBef>
              <a:spcAft>
                <a:spcPts val="0"/>
              </a:spcAft>
              <a:buClr>
                <a:schemeClr val="dk2"/>
              </a:buClr>
              <a:buSzPts val="1600"/>
              <a:buFont typeface="Arial"/>
              <a:buChar char="•"/>
            </a:pPr>
            <a:r>
              <a:rPr i="1" lang="en-US" sz="2000">
                <a:solidFill>
                  <a:schemeClr val="dk2"/>
                </a:solidFill>
              </a:rPr>
              <a:t>Follows script or checklist with answers noted and often scored</a:t>
            </a:r>
            <a:endParaRPr/>
          </a:p>
          <a:p>
            <a:pPr indent="-370078" lvl="0" marL="384048" rtl="0" algn="l">
              <a:spcBef>
                <a:spcPts val="1200"/>
              </a:spcBef>
              <a:spcAft>
                <a:spcPts val="0"/>
              </a:spcAft>
              <a:buClr>
                <a:schemeClr val="dk2"/>
              </a:buClr>
              <a:buSzPts val="1600"/>
              <a:buFont typeface="Noto Sans Symbols"/>
              <a:buChar char="❑"/>
            </a:pPr>
            <a:r>
              <a:rPr b="1" lang="en-US" sz="2000">
                <a:solidFill>
                  <a:schemeClr val="dk2"/>
                </a:solidFill>
              </a:rPr>
              <a:t>Unstructured </a:t>
            </a:r>
            <a:endParaRPr sz="2000"/>
          </a:p>
          <a:p>
            <a:pPr indent="-379730" lvl="1" marL="914400" rtl="0" algn="l">
              <a:spcBef>
                <a:spcPts val="700"/>
              </a:spcBef>
              <a:spcAft>
                <a:spcPts val="0"/>
              </a:spcAft>
              <a:buClr>
                <a:schemeClr val="dk2"/>
              </a:buClr>
              <a:buSzPts val="1600"/>
              <a:buFont typeface="Arial"/>
              <a:buChar char="•"/>
            </a:pPr>
            <a:r>
              <a:rPr i="1" lang="en-US" sz="2000">
                <a:solidFill>
                  <a:schemeClr val="dk2"/>
                </a:solidFill>
              </a:rPr>
              <a:t>Less formal and relaxed with broad questions and conversational opportunity</a:t>
            </a:r>
            <a:endParaRPr/>
          </a:p>
          <a:p>
            <a:pPr indent="-370078" lvl="0" marL="384048" rtl="0" algn="l">
              <a:spcBef>
                <a:spcPts val="1200"/>
              </a:spcBef>
              <a:spcAft>
                <a:spcPts val="0"/>
              </a:spcAft>
              <a:buClr>
                <a:schemeClr val="dk2"/>
              </a:buClr>
              <a:buSzPts val="1600"/>
              <a:buFont typeface="Noto Sans Symbols"/>
              <a:buChar char="❑"/>
            </a:pPr>
            <a:r>
              <a:rPr b="1" lang="en-US" sz="2000">
                <a:solidFill>
                  <a:schemeClr val="dk2"/>
                </a:solidFill>
              </a:rPr>
              <a:t>Stress</a:t>
            </a:r>
            <a:endParaRPr sz="2000"/>
          </a:p>
          <a:p>
            <a:pPr indent="-379730" lvl="1" marL="914400" rtl="0" algn="l">
              <a:spcBef>
                <a:spcPts val="700"/>
              </a:spcBef>
              <a:spcAft>
                <a:spcPts val="0"/>
              </a:spcAft>
              <a:buClr>
                <a:schemeClr val="dk2"/>
              </a:buClr>
              <a:buSzPts val="1600"/>
              <a:buFont typeface="Arial"/>
              <a:buChar char="•"/>
            </a:pPr>
            <a:r>
              <a:rPr i="1" lang="en-US" sz="2000">
                <a:solidFill>
                  <a:schemeClr val="dk2"/>
                </a:solidFill>
              </a:rPr>
              <a:t>Intentionally puts you under stress or poses question which cause difficulty to observe your reactions</a:t>
            </a:r>
            <a:endParaRPr sz="2000"/>
          </a:p>
          <a:p>
            <a:pPr indent="-370078" lvl="0" marL="384048" rtl="0" algn="l">
              <a:spcBef>
                <a:spcPts val="1200"/>
              </a:spcBef>
              <a:spcAft>
                <a:spcPts val="0"/>
              </a:spcAft>
              <a:buClr>
                <a:schemeClr val="dk2"/>
              </a:buClr>
              <a:buSzPts val="1600"/>
              <a:buFont typeface="Noto Sans Symbols"/>
              <a:buChar char="❑"/>
            </a:pPr>
            <a:r>
              <a:rPr b="1" lang="en-US" sz="2000">
                <a:solidFill>
                  <a:schemeClr val="dk2"/>
                </a:solidFill>
              </a:rPr>
              <a:t>Panel</a:t>
            </a:r>
            <a:endParaRPr/>
          </a:p>
          <a:p>
            <a:pPr indent="-379730" lvl="1" marL="914400" rtl="0" algn="l">
              <a:spcBef>
                <a:spcPts val="700"/>
              </a:spcBef>
              <a:spcAft>
                <a:spcPts val="0"/>
              </a:spcAft>
              <a:buClr>
                <a:schemeClr val="dk2"/>
              </a:buClr>
              <a:buSzPts val="1600"/>
              <a:buFont typeface="Arial"/>
              <a:buChar char="•"/>
            </a:pPr>
            <a:r>
              <a:rPr i="1" lang="en-US" sz="2000">
                <a:solidFill>
                  <a:schemeClr val="dk2"/>
                </a:solidFill>
              </a:rPr>
              <a:t>2-5 interviewers, all of whom will participate in asking questions</a:t>
            </a:r>
            <a:endParaRPr/>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0"/>
          <p:cNvSpPr txBox="1"/>
          <p:nvPr>
            <p:ph idx="1" type="body"/>
          </p:nvPr>
        </p:nvSpPr>
        <p:spPr>
          <a:xfrm>
            <a:off x="457200" y="1592826"/>
            <a:ext cx="8229600" cy="440675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2800"/>
              <a:buFont typeface="Noto Sans Symbols"/>
              <a:buNone/>
            </a:pPr>
            <a:r>
              <a:rPr b="1" lang="en-US">
                <a:solidFill>
                  <a:schemeClr val="dk2"/>
                </a:solidFill>
              </a:rPr>
              <a:t>Forms of Interviews:</a:t>
            </a:r>
            <a:endParaRPr/>
          </a:p>
          <a:p>
            <a:pPr indent="-370078" lvl="0" marL="384048" rtl="0" algn="l">
              <a:spcBef>
                <a:spcPts val="1200"/>
              </a:spcBef>
              <a:spcAft>
                <a:spcPts val="0"/>
              </a:spcAft>
              <a:buClr>
                <a:schemeClr val="dk2"/>
              </a:buClr>
              <a:buSzPts val="1600"/>
              <a:buFont typeface="Noto Sans Symbols"/>
              <a:buChar char="❑"/>
            </a:pPr>
            <a:r>
              <a:rPr b="1" lang="en-US" sz="2000">
                <a:solidFill>
                  <a:schemeClr val="dk2"/>
                </a:solidFill>
              </a:rPr>
              <a:t>Group </a:t>
            </a:r>
            <a:endParaRPr/>
          </a:p>
          <a:p>
            <a:pPr indent="-379730" lvl="1" marL="914400" rtl="0" algn="l">
              <a:spcBef>
                <a:spcPts val="700"/>
              </a:spcBef>
              <a:spcAft>
                <a:spcPts val="0"/>
              </a:spcAft>
              <a:buClr>
                <a:schemeClr val="dk2"/>
              </a:buClr>
              <a:buSzPts val="1600"/>
              <a:buFont typeface="Arial"/>
              <a:buChar char="•"/>
            </a:pPr>
            <a:r>
              <a:rPr i="1" lang="en-US" sz="2000">
                <a:solidFill>
                  <a:schemeClr val="dk2"/>
                </a:solidFill>
              </a:rPr>
              <a:t>2 or more candidates in one interview, often used to observe interpersonal/team skills</a:t>
            </a:r>
            <a:endParaRPr/>
          </a:p>
          <a:p>
            <a:pPr indent="-370078" lvl="0" marL="384048" rtl="0" algn="l">
              <a:spcBef>
                <a:spcPts val="1200"/>
              </a:spcBef>
              <a:spcAft>
                <a:spcPts val="0"/>
              </a:spcAft>
              <a:buClr>
                <a:schemeClr val="dk2"/>
              </a:buClr>
              <a:buSzPts val="1600"/>
              <a:buFont typeface="Noto Sans Symbols"/>
              <a:buChar char="❑"/>
            </a:pPr>
            <a:r>
              <a:rPr b="1" lang="en-US" sz="2000">
                <a:solidFill>
                  <a:schemeClr val="dk2"/>
                </a:solidFill>
              </a:rPr>
              <a:t>Telephone</a:t>
            </a:r>
            <a:endParaRPr/>
          </a:p>
          <a:p>
            <a:pPr indent="-379730" lvl="1" marL="914400" rtl="0" algn="l">
              <a:spcBef>
                <a:spcPts val="700"/>
              </a:spcBef>
              <a:spcAft>
                <a:spcPts val="0"/>
              </a:spcAft>
              <a:buClr>
                <a:schemeClr val="dk2"/>
              </a:buClr>
              <a:buSzPts val="1600"/>
              <a:buFont typeface="Arial"/>
              <a:buChar char="•"/>
            </a:pPr>
            <a:r>
              <a:rPr i="1" lang="en-US" sz="2000">
                <a:solidFill>
                  <a:schemeClr val="dk2"/>
                </a:solidFill>
              </a:rPr>
              <a:t>Usually screening or to arrange face-to-face interview – still important to smile!</a:t>
            </a:r>
            <a:endParaRPr sz="2000"/>
          </a:p>
          <a:p>
            <a:pPr indent="-370078" lvl="0" marL="384048" rtl="0" algn="l">
              <a:spcBef>
                <a:spcPts val="1200"/>
              </a:spcBef>
              <a:spcAft>
                <a:spcPts val="0"/>
              </a:spcAft>
              <a:buClr>
                <a:schemeClr val="dk2"/>
              </a:buClr>
              <a:buSzPts val="1600"/>
              <a:buFont typeface="Noto Sans Symbols"/>
              <a:buChar char="❑"/>
            </a:pPr>
            <a:r>
              <a:rPr b="1" lang="en-US" sz="2000">
                <a:solidFill>
                  <a:schemeClr val="dk2"/>
                </a:solidFill>
              </a:rPr>
              <a:t>Video Conference</a:t>
            </a:r>
            <a:endParaRPr/>
          </a:p>
          <a:p>
            <a:pPr indent="-285750" lvl="1" marL="820420" rtl="0" algn="l">
              <a:spcBef>
                <a:spcPts val="700"/>
              </a:spcBef>
              <a:spcAft>
                <a:spcPts val="0"/>
              </a:spcAft>
              <a:buClr>
                <a:schemeClr val="dk2"/>
              </a:buClr>
              <a:buSzPts val="1600"/>
              <a:buFont typeface="Arial"/>
              <a:buChar char="•"/>
            </a:pPr>
            <a:r>
              <a:rPr i="1" lang="en-US" sz="2000">
                <a:solidFill>
                  <a:schemeClr val="dk2"/>
                </a:solidFill>
              </a:rPr>
              <a:t>Sometimes more cost efficient or feasible method for the company – choose your location carefully!</a:t>
            </a:r>
            <a:endParaRPr/>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11"/>
          <p:cNvSpPr txBox="1"/>
          <p:nvPr>
            <p:ph type="title"/>
          </p:nvPr>
        </p:nvSpPr>
        <p:spPr>
          <a:xfrm>
            <a:off x="685800" y="2447471"/>
            <a:ext cx="7772400" cy="2420364"/>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HOW SHOULD YOU PREPARE FOR THE INTERVIEW?</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txBox="1"/>
          <p:nvPr>
            <p:ph idx="1" type="body"/>
          </p:nvPr>
        </p:nvSpPr>
        <p:spPr>
          <a:xfrm>
            <a:off x="457200" y="1384787"/>
            <a:ext cx="8229600" cy="4946650"/>
          </a:xfrm>
          <a:prstGeom prst="rect">
            <a:avLst/>
          </a:prstGeom>
          <a:noFill/>
          <a:ln>
            <a:noFill/>
          </a:ln>
        </p:spPr>
        <p:txBody>
          <a:bodyPr anchorCtr="0" anchor="t" bIns="45700" lIns="91425" spcFirstLastPara="1" rIns="91425" wrap="square" tIns="45700">
            <a:noAutofit/>
          </a:bodyPr>
          <a:lstStyle/>
          <a:p>
            <a:pPr indent="-342900" lvl="0" marL="342900" rtl="0" algn="l">
              <a:lnSpc>
                <a:spcPct val="140000"/>
              </a:lnSpc>
              <a:spcBef>
                <a:spcPts val="0"/>
              </a:spcBef>
              <a:spcAft>
                <a:spcPts val="0"/>
              </a:spcAft>
              <a:buClr>
                <a:schemeClr val="dk2"/>
              </a:buClr>
              <a:buSzPts val="2000"/>
              <a:buFont typeface="Noto Sans Symbols"/>
              <a:buChar char="❑"/>
            </a:pPr>
            <a:r>
              <a:rPr lang="en-US" sz="1800">
                <a:solidFill>
                  <a:schemeClr val="dk2"/>
                </a:solidFill>
              </a:rPr>
              <a:t>Research the company: company website and other media accounts, the news and wider media, contacts in your network</a:t>
            </a:r>
            <a:endParaRPr sz="1800"/>
          </a:p>
          <a:p>
            <a:pPr indent="-342900" lvl="0" marL="342900" rtl="0" algn="l">
              <a:lnSpc>
                <a:spcPct val="140000"/>
              </a:lnSpc>
              <a:spcBef>
                <a:spcPts val="1200"/>
              </a:spcBef>
              <a:spcAft>
                <a:spcPts val="0"/>
              </a:spcAft>
              <a:buClr>
                <a:schemeClr val="dk2"/>
              </a:buClr>
              <a:buSzPts val="2000"/>
              <a:buFont typeface="Noto Sans Symbols"/>
              <a:buChar char="❑"/>
            </a:pPr>
            <a:r>
              <a:rPr lang="en-US" sz="1800">
                <a:solidFill>
                  <a:schemeClr val="dk2"/>
                </a:solidFill>
              </a:rPr>
              <a:t>Research the position: tasks, responsibilities and requirements of the role (even looking at similar postings or job descriptions if the one they provided is sparse)</a:t>
            </a:r>
            <a:endParaRPr sz="1800"/>
          </a:p>
          <a:p>
            <a:pPr indent="-342900" lvl="0" marL="342900" rtl="0" algn="l">
              <a:lnSpc>
                <a:spcPct val="140000"/>
              </a:lnSpc>
              <a:spcBef>
                <a:spcPts val="1200"/>
              </a:spcBef>
              <a:spcAft>
                <a:spcPts val="0"/>
              </a:spcAft>
              <a:buClr>
                <a:schemeClr val="dk2"/>
              </a:buClr>
              <a:buSzPts val="2000"/>
              <a:buFont typeface="Noto Sans Symbols"/>
              <a:buChar char="❑"/>
            </a:pPr>
            <a:r>
              <a:rPr lang="en-US" sz="1800">
                <a:solidFill>
                  <a:schemeClr val="dk2"/>
                </a:solidFill>
              </a:rPr>
              <a:t>Think about what you can offer the company</a:t>
            </a:r>
            <a:endParaRPr sz="1800"/>
          </a:p>
          <a:p>
            <a:pPr indent="-342900" lvl="0" marL="342900" rtl="0" algn="l">
              <a:lnSpc>
                <a:spcPct val="140000"/>
              </a:lnSpc>
              <a:spcBef>
                <a:spcPts val="1200"/>
              </a:spcBef>
              <a:spcAft>
                <a:spcPts val="0"/>
              </a:spcAft>
              <a:buClr>
                <a:schemeClr val="dk2"/>
              </a:buClr>
              <a:buSzPts val="2000"/>
              <a:buFont typeface="Noto Sans Symbols"/>
              <a:buChar char="❑"/>
            </a:pPr>
            <a:r>
              <a:rPr lang="en-US" sz="1800">
                <a:solidFill>
                  <a:schemeClr val="dk2"/>
                </a:solidFill>
              </a:rPr>
              <a:t>Anticipate questions and rehearse answers – out loud!</a:t>
            </a:r>
            <a:endParaRPr sz="1800"/>
          </a:p>
          <a:p>
            <a:pPr indent="-342900" lvl="0" marL="342900" rtl="0" algn="l">
              <a:lnSpc>
                <a:spcPct val="140000"/>
              </a:lnSpc>
              <a:spcBef>
                <a:spcPts val="1200"/>
              </a:spcBef>
              <a:spcAft>
                <a:spcPts val="0"/>
              </a:spcAft>
              <a:buClr>
                <a:schemeClr val="dk2"/>
              </a:buClr>
              <a:buSzPts val="2000"/>
              <a:buFont typeface="Noto Sans Symbols"/>
              <a:buChar char="❑"/>
            </a:pPr>
            <a:r>
              <a:rPr lang="en-US" sz="1800">
                <a:solidFill>
                  <a:schemeClr val="dk2"/>
                </a:solidFill>
              </a:rPr>
              <a:t>Prepare questions to ask the employer at the end of the interview</a:t>
            </a:r>
            <a:endParaRPr sz="1800"/>
          </a:p>
          <a:p>
            <a:pPr indent="-342900" lvl="0" marL="342900" rtl="0" algn="l">
              <a:lnSpc>
                <a:spcPct val="140000"/>
              </a:lnSpc>
              <a:spcBef>
                <a:spcPts val="1200"/>
              </a:spcBef>
              <a:spcAft>
                <a:spcPts val="0"/>
              </a:spcAft>
              <a:buClr>
                <a:schemeClr val="dk2"/>
              </a:buClr>
              <a:buSzPts val="2000"/>
              <a:buFont typeface="Noto Sans Symbols"/>
              <a:buChar char="❑"/>
            </a:pPr>
            <a:r>
              <a:rPr lang="en-US" sz="1800">
                <a:solidFill>
                  <a:schemeClr val="dk2"/>
                </a:solidFill>
              </a:rPr>
              <a:t>Consider p</a:t>
            </a:r>
            <a:r>
              <a:rPr lang="en-US" sz="1800">
                <a:solidFill>
                  <a:schemeClr val="dk1"/>
                </a:solidFill>
              </a:rPr>
              <a:t>er</a:t>
            </a:r>
            <a:r>
              <a:rPr lang="en-US" sz="1800">
                <a:solidFill>
                  <a:schemeClr val="dk2"/>
                </a:solidFill>
              </a:rPr>
              <a:t>forming a mock interview</a:t>
            </a:r>
            <a:endParaRPr sz="1800"/>
          </a:p>
          <a:p>
            <a:pPr indent="-342900" lvl="0" marL="342900" rtl="0" algn="l">
              <a:lnSpc>
                <a:spcPct val="140000"/>
              </a:lnSpc>
              <a:spcBef>
                <a:spcPts val="1200"/>
              </a:spcBef>
              <a:spcAft>
                <a:spcPts val="0"/>
              </a:spcAft>
              <a:buClr>
                <a:schemeClr val="dk2"/>
              </a:buClr>
              <a:buSzPts val="2000"/>
              <a:buFont typeface="Noto Sans Symbols"/>
              <a:buChar char="❑"/>
            </a:pPr>
            <a:r>
              <a:rPr lang="en-US" sz="1800">
                <a:solidFill>
                  <a:schemeClr val="dk2"/>
                </a:solidFill>
              </a:rPr>
              <a:t>Plan what to wear and how you will travel (route and timing)</a:t>
            </a:r>
            <a:endParaRPr sz="1800"/>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13"/>
          <p:cNvSpPr txBox="1"/>
          <p:nvPr>
            <p:ph type="title"/>
          </p:nvPr>
        </p:nvSpPr>
        <p:spPr>
          <a:xfrm>
            <a:off x="685800" y="2624752"/>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ONCE YOU ARE IN THE ROOM…?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4"/>
          <p:cNvSpPr txBox="1"/>
          <p:nvPr>
            <p:ph idx="1" type="body"/>
          </p:nvPr>
        </p:nvSpPr>
        <p:spPr>
          <a:xfrm>
            <a:off x="457200" y="1567543"/>
            <a:ext cx="8229600" cy="4558620"/>
          </a:xfrm>
          <a:prstGeom prst="rect">
            <a:avLst/>
          </a:prstGeom>
          <a:noFill/>
          <a:ln>
            <a:noFill/>
          </a:ln>
        </p:spPr>
        <p:txBody>
          <a:bodyPr anchorCtr="0" anchor="t" bIns="45700" lIns="91425" spcFirstLastPara="1" rIns="91425" wrap="square" tIns="45700">
            <a:noAutofit/>
          </a:bodyPr>
          <a:lstStyle/>
          <a:p>
            <a:pPr indent="0" lvl="0" marL="0" rtl="0" algn="l">
              <a:lnSpc>
                <a:spcPct val="84000"/>
              </a:lnSpc>
              <a:spcBef>
                <a:spcPts val="0"/>
              </a:spcBef>
              <a:spcAft>
                <a:spcPts val="0"/>
              </a:spcAft>
              <a:buClr>
                <a:schemeClr val="dk2"/>
              </a:buClr>
              <a:buSzPts val="2000"/>
              <a:buFont typeface="Noto Sans Symbols"/>
              <a:buNone/>
            </a:pPr>
            <a:r>
              <a:rPr b="1" lang="en-US">
                <a:solidFill>
                  <a:schemeClr val="dk2"/>
                </a:solidFill>
              </a:rPr>
              <a:t>At the Interview:</a:t>
            </a:r>
            <a:endParaRPr/>
          </a:p>
          <a:p>
            <a:pPr indent="0" lvl="0" marL="0" rtl="0" algn="l">
              <a:lnSpc>
                <a:spcPct val="84000"/>
              </a:lnSpc>
              <a:spcBef>
                <a:spcPts val="0"/>
              </a:spcBef>
              <a:spcAft>
                <a:spcPts val="0"/>
              </a:spcAft>
              <a:buClr>
                <a:schemeClr val="dk2"/>
              </a:buClr>
              <a:buSzPts val="2000"/>
              <a:buFont typeface="Noto Sans Symbols"/>
              <a:buNone/>
            </a:pPr>
            <a:r>
              <a:t/>
            </a:r>
            <a:endParaRPr b="1">
              <a:solidFill>
                <a:schemeClr val="dk2"/>
              </a:solidFill>
            </a:endParaRPr>
          </a:p>
          <a:p>
            <a:pPr indent="-342900" lvl="0" marL="342900" rtl="0" algn="l">
              <a:lnSpc>
                <a:spcPct val="84000"/>
              </a:lnSpc>
              <a:spcBef>
                <a:spcPts val="0"/>
              </a:spcBef>
              <a:spcAft>
                <a:spcPts val="0"/>
              </a:spcAft>
              <a:buClr>
                <a:schemeClr val="dk2"/>
              </a:buClr>
              <a:buSzPts val="2000"/>
              <a:buFont typeface="Noto Sans Symbols"/>
              <a:buChar char="❑"/>
            </a:pPr>
            <a:r>
              <a:rPr lang="en-US" sz="2000">
                <a:solidFill>
                  <a:schemeClr val="dk2"/>
                </a:solidFill>
              </a:rPr>
              <a:t>Greet the interviewer with a firm handshake (if in person) and a smile</a:t>
            </a:r>
            <a:endParaRPr sz="2000"/>
          </a:p>
          <a:p>
            <a:pPr indent="-342900" lvl="0" marL="342900" rtl="0" algn="l">
              <a:lnSpc>
                <a:spcPct val="84000"/>
              </a:lnSpc>
              <a:spcBef>
                <a:spcPts val="1200"/>
              </a:spcBef>
              <a:spcAft>
                <a:spcPts val="0"/>
              </a:spcAft>
              <a:buClr>
                <a:schemeClr val="dk2"/>
              </a:buClr>
              <a:buSzPts val="2000"/>
              <a:buFont typeface="Noto Sans Symbols"/>
              <a:buChar char="❑"/>
            </a:pPr>
            <a:r>
              <a:rPr lang="en-US" sz="2000">
                <a:solidFill>
                  <a:schemeClr val="dk2"/>
                </a:solidFill>
              </a:rPr>
              <a:t>Be aware of your speaking volume and speed to be sure everything is being heard and understood easily</a:t>
            </a:r>
            <a:endParaRPr/>
          </a:p>
          <a:p>
            <a:pPr indent="-342900" lvl="0" marL="342900" rtl="0" algn="l">
              <a:lnSpc>
                <a:spcPct val="84000"/>
              </a:lnSpc>
              <a:spcBef>
                <a:spcPts val="1200"/>
              </a:spcBef>
              <a:spcAft>
                <a:spcPts val="0"/>
              </a:spcAft>
              <a:buClr>
                <a:schemeClr val="dk2"/>
              </a:buClr>
              <a:buSzPts val="2000"/>
              <a:buFont typeface="Noto Sans Symbols"/>
              <a:buChar char="❑"/>
            </a:pPr>
            <a:r>
              <a:rPr lang="en-US" sz="2000">
                <a:solidFill>
                  <a:schemeClr val="dk2"/>
                </a:solidFill>
              </a:rPr>
              <a:t>Realize it’s not only what you say but how you say it – personality is good but keep it professional!</a:t>
            </a:r>
            <a:endParaRPr/>
          </a:p>
          <a:p>
            <a:pPr indent="-342900" lvl="0" marL="342900" rtl="0" algn="l">
              <a:lnSpc>
                <a:spcPct val="84000"/>
              </a:lnSpc>
              <a:spcBef>
                <a:spcPts val="1200"/>
              </a:spcBef>
              <a:spcAft>
                <a:spcPts val="0"/>
              </a:spcAft>
              <a:buClr>
                <a:schemeClr val="dk2"/>
              </a:buClr>
              <a:buSzPts val="2000"/>
              <a:buFont typeface="Noto Sans Symbols"/>
              <a:buChar char="❑"/>
            </a:pPr>
            <a:r>
              <a:rPr lang="en-US" sz="2000">
                <a:solidFill>
                  <a:schemeClr val="dk2"/>
                </a:solidFill>
              </a:rPr>
              <a:t>Consider your posture, facial expression and body language – you may be sending messages without realizing!</a:t>
            </a:r>
            <a:endParaRPr/>
          </a:p>
          <a:p>
            <a:pPr indent="-342900" lvl="1" marL="863600" rtl="0" algn="l">
              <a:lnSpc>
                <a:spcPct val="84000"/>
              </a:lnSpc>
              <a:spcBef>
                <a:spcPts val="700"/>
              </a:spcBef>
              <a:spcAft>
                <a:spcPts val="0"/>
              </a:spcAft>
              <a:buClr>
                <a:schemeClr val="dk2"/>
              </a:buClr>
              <a:buSzPts val="2000"/>
              <a:buFont typeface="Arial"/>
              <a:buChar char="•"/>
            </a:pPr>
            <a:r>
              <a:rPr i="1" lang="en-US" sz="2000">
                <a:solidFill>
                  <a:schemeClr val="dk2"/>
                </a:solidFill>
              </a:rPr>
              <a:t>What are some examples??</a:t>
            </a:r>
            <a:endParaRPr/>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 name="Shape 141"/>
        <p:cNvGrpSpPr/>
        <p:nvPr/>
      </p:nvGrpSpPr>
      <p:grpSpPr>
        <a:xfrm>
          <a:off x="0" y="0"/>
          <a:ext cx="0" cy="0"/>
          <a:chOff x="0" y="0"/>
          <a:chExt cx="0" cy="0"/>
        </a:xfrm>
      </p:grpSpPr>
      <p:sp>
        <p:nvSpPr>
          <p:cNvPr id="142" name="Google Shape;142;p15"/>
          <p:cNvSpPr txBox="1"/>
          <p:nvPr>
            <p:ph type="title"/>
          </p:nvPr>
        </p:nvSpPr>
        <p:spPr>
          <a:xfrm>
            <a:off x="685800" y="2606092"/>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TYPES OF INTERVIEW QUESTIONS?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idx="1" type="body"/>
          </p:nvPr>
        </p:nvSpPr>
        <p:spPr>
          <a:xfrm>
            <a:off x="457200" y="1735494"/>
            <a:ext cx="8229600" cy="5027969"/>
          </a:xfrm>
          <a:prstGeom prst="rect">
            <a:avLst/>
          </a:prstGeom>
          <a:noFill/>
          <a:ln>
            <a:noFill/>
          </a:ln>
        </p:spPr>
        <p:txBody>
          <a:bodyPr anchorCtr="0" anchor="t" bIns="45700" lIns="91425" spcFirstLastPara="1" rIns="91425" wrap="square" tIns="45700">
            <a:noAutofit/>
          </a:bodyPr>
          <a:lstStyle/>
          <a:p>
            <a:pPr indent="0" lvl="0" marL="0" rtl="0" algn="l">
              <a:lnSpc>
                <a:spcPct val="74000"/>
              </a:lnSpc>
              <a:spcBef>
                <a:spcPts val="0"/>
              </a:spcBef>
              <a:spcAft>
                <a:spcPts val="0"/>
              </a:spcAft>
              <a:buClr>
                <a:schemeClr val="dk2"/>
              </a:buClr>
              <a:buSzPts val="2800"/>
              <a:buFont typeface="Noto Sans Symbols"/>
              <a:buNone/>
            </a:pPr>
            <a:r>
              <a:rPr b="1" lang="en-US">
                <a:solidFill>
                  <a:schemeClr val="dk2"/>
                </a:solidFill>
              </a:rPr>
              <a:t>Types of Questions:</a:t>
            </a:r>
            <a:endParaRPr/>
          </a:p>
          <a:p>
            <a:pPr indent="-375793" lvl="0" marL="384048" rtl="0" algn="l">
              <a:lnSpc>
                <a:spcPct val="74000"/>
              </a:lnSpc>
              <a:spcBef>
                <a:spcPts val="1200"/>
              </a:spcBef>
              <a:spcAft>
                <a:spcPts val="0"/>
              </a:spcAft>
              <a:buClr>
                <a:schemeClr val="dk2"/>
              </a:buClr>
              <a:buSzPts val="1300"/>
              <a:buFont typeface="Noto Sans Symbols"/>
              <a:buChar char="❑"/>
            </a:pPr>
            <a:r>
              <a:rPr b="1" lang="en-US" sz="2000">
                <a:solidFill>
                  <a:schemeClr val="dk2"/>
                </a:solidFill>
              </a:rPr>
              <a:t>Standard Open-ended</a:t>
            </a:r>
            <a:endParaRPr/>
          </a:p>
          <a:p>
            <a:pPr indent="-285750" lvl="1" marL="814706" rtl="0" algn="l">
              <a:lnSpc>
                <a:spcPct val="74000"/>
              </a:lnSpc>
              <a:spcBef>
                <a:spcPts val="700"/>
              </a:spcBef>
              <a:spcAft>
                <a:spcPts val="0"/>
              </a:spcAft>
              <a:buClr>
                <a:schemeClr val="dk2"/>
              </a:buClr>
              <a:buSzPts val="1300"/>
              <a:buFont typeface="Arial"/>
              <a:buChar char="•"/>
            </a:pPr>
            <a:r>
              <a:rPr i="1" lang="en-US" sz="2000">
                <a:solidFill>
                  <a:schemeClr val="dk2"/>
                </a:solidFill>
              </a:rPr>
              <a:t>Tell me about yourself / your experience in this field.</a:t>
            </a:r>
            <a:endParaRPr/>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What interests you about this position?</a:t>
            </a:r>
            <a:endParaRPr/>
          </a:p>
          <a:p>
            <a:pPr indent="-375793" lvl="0" marL="384048" rtl="0" algn="l">
              <a:lnSpc>
                <a:spcPct val="74000"/>
              </a:lnSpc>
              <a:spcBef>
                <a:spcPts val="1200"/>
              </a:spcBef>
              <a:spcAft>
                <a:spcPts val="0"/>
              </a:spcAft>
              <a:buClr>
                <a:schemeClr val="dk2"/>
              </a:buClr>
              <a:buSzPts val="1300"/>
              <a:buFont typeface="Noto Sans Symbols"/>
              <a:buChar char="❑"/>
            </a:pPr>
            <a:r>
              <a:rPr b="1" lang="en-US" sz="2000">
                <a:solidFill>
                  <a:schemeClr val="dk2"/>
                </a:solidFill>
              </a:rPr>
              <a:t>Verification</a:t>
            </a:r>
            <a:endParaRPr/>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When does your X certification expire?</a:t>
            </a:r>
            <a:endParaRPr sz="2000"/>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Do you have a vehicle and/or diver’s license, as that is required?</a:t>
            </a:r>
            <a:endParaRPr/>
          </a:p>
          <a:p>
            <a:pPr indent="-375793" lvl="0" marL="384048" rtl="0" algn="l">
              <a:lnSpc>
                <a:spcPct val="74000"/>
              </a:lnSpc>
              <a:spcBef>
                <a:spcPts val="1200"/>
              </a:spcBef>
              <a:spcAft>
                <a:spcPts val="0"/>
              </a:spcAft>
              <a:buClr>
                <a:schemeClr val="dk2"/>
              </a:buClr>
              <a:buSzPts val="1300"/>
              <a:buFont typeface="Noto Sans Symbols"/>
              <a:buChar char="❑"/>
            </a:pPr>
            <a:r>
              <a:rPr b="1" lang="en-US" sz="2000">
                <a:solidFill>
                  <a:schemeClr val="dk2"/>
                </a:solidFill>
              </a:rPr>
              <a:t>Opinion / Competency</a:t>
            </a:r>
            <a:endParaRPr/>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What do you think is your greatest strength/weakness?</a:t>
            </a:r>
            <a:endParaRPr sz="2000"/>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What experience do you have working on commercial systems?</a:t>
            </a:r>
            <a:endParaRPr sz="2000"/>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7"/>
          <p:cNvSpPr txBox="1"/>
          <p:nvPr>
            <p:ph idx="1" type="body"/>
          </p:nvPr>
        </p:nvSpPr>
        <p:spPr>
          <a:xfrm>
            <a:off x="457200" y="1604865"/>
            <a:ext cx="8229600" cy="4888010"/>
          </a:xfrm>
          <a:prstGeom prst="rect">
            <a:avLst/>
          </a:prstGeom>
          <a:noFill/>
          <a:ln>
            <a:noFill/>
          </a:ln>
        </p:spPr>
        <p:txBody>
          <a:bodyPr anchorCtr="0" anchor="t" bIns="45700" lIns="91425" spcFirstLastPara="1" rIns="91425" wrap="square" tIns="45700">
            <a:noAutofit/>
          </a:bodyPr>
          <a:lstStyle/>
          <a:p>
            <a:pPr indent="0" lvl="0" marL="0" rtl="0" algn="l">
              <a:lnSpc>
                <a:spcPct val="74000"/>
              </a:lnSpc>
              <a:spcBef>
                <a:spcPts val="0"/>
              </a:spcBef>
              <a:spcAft>
                <a:spcPts val="0"/>
              </a:spcAft>
              <a:buClr>
                <a:schemeClr val="dk2"/>
              </a:buClr>
              <a:buSzPts val="2800"/>
              <a:buFont typeface="Noto Sans Symbols"/>
              <a:buNone/>
            </a:pPr>
            <a:r>
              <a:rPr b="1" lang="en-US">
                <a:solidFill>
                  <a:schemeClr val="dk2"/>
                </a:solidFill>
              </a:rPr>
              <a:t>Types of Questions:</a:t>
            </a:r>
            <a:endParaRPr/>
          </a:p>
          <a:p>
            <a:pPr indent="-375793" lvl="0" marL="384048" rtl="0" algn="l">
              <a:lnSpc>
                <a:spcPct val="74000"/>
              </a:lnSpc>
              <a:spcBef>
                <a:spcPts val="1200"/>
              </a:spcBef>
              <a:spcAft>
                <a:spcPts val="0"/>
              </a:spcAft>
              <a:buClr>
                <a:schemeClr val="dk2"/>
              </a:buClr>
              <a:buSzPts val="1300"/>
              <a:buFont typeface="Noto Sans Symbols"/>
              <a:buChar char="❑"/>
            </a:pPr>
            <a:r>
              <a:rPr b="1" lang="en-US" sz="2000">
                <a:solidFill>
                  <a:schemeClr val="dk2"/>
                </a:solidFill>
              </a:rPr>
              <a:t>Brainteaser </a:t>
            </a:r>
            <a:endParaRPr/>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Why is a man-hole round?</a:t>
            </a:r>
            <a:endParaRPr/>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How would you weigh an airplane without scales?</a:t>
            </a:r>
            <a:endParaRPr/>
          </a:p>
          <a:p>
            <a:pPr indent="-375793" lvl="0" marL="384048" rtl="0" algn="l">
              <a:lnSpc>
                <a:spcPct val="74000"/>
              </a:lnSpc>
              <a:spcBef>
                <a:spcPts val="1200"/>
              </a:spcBef>
              <a:spcAft>
                <a:spcPts val="0"/>
              </a:spcAft>
              <a:buClr>
                <a:schemeClr val="dk2"/>
              </a:buClr>
              <a:buSzPts val="1300"/>
              <a:buFont typeface="Noto Sans Symbols"/>
              <a:buChar char="❑"/>
            </a:pPr>
            <a:r>
              <a:rPr b="1" lang="en-US" sz="2000">
                <a:solidFill>
                  <a:schemeClr val="dk2"/>
                </a:solidFill>
              </a:rPr>
              <a:t>Situational (future)</a:t>
            </a:r>
            <a:endParaRPr/>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If a customer was upset about X, how would you respond?</a:t>
            </a:r>
            <a:endParaRPr/>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Walk me through the steps you would take to assess…</a:t>
            </a:r>
            <a:endParaRPr/>
          </a:p>
          <a:p>
            <a:pPr indent="-375793" lvl="0" marL="384048" rtl="0" algn="l">
              <a:lnSpc>
                <a:spcPct val="74000"/>
              </a:lnSpc>
              <a:spcBef>
                <a:spcPts val="1200"/>
              </a:spcBef>
              <a:spcAft>
                <a:spcPts val="0"/>
              </a:spcAft>
              <a:buClr>
                <a:schemeClr val="dk2"/>
              </a:buClr>
              <a:buSzPts val="1300"/>
              <a:buFont typeface="Noto Sans Symbols"/>
              <a:buChar char="❑"/>
            </a:pPr>
            <a:r>
              <a:rPr b="1" lang="en-US" sz="2000">
                <a:solidFill>
                  <a:schemeClr val="dk2"/>
                </a:solidFill>
              </a:rPr>
              <a:t>Behavioral-based (past)</a:t>
            </a:r>
            <a:endParaRPr/>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Describe a time when you…</a:t>
            </a:r>
            <a:endParaRPr sz="2000"/>
          </a:p>
          <a:p>
            <a:pPr indent="-385444" lvl="1" marL="914400" rtl="0" algn="l">
              <a:lnSpc>
                <a:spcPct val="74000"/>
              </a:lnSpc>
              <a:spcBef>
                <a:spcPts val="700"/>
              </a:spcBef>
              <a:spcAft>
                <a:spcPts val="0"/>
              </a:spcAft>
              <a:buClr>
                <a:schemeClr val="dk2"/>
              </a:buClr>
              <a:buSzPts val="1300"/>
              <a:buFont typeface="Arial"/>
              <a:buChar char="•"/>
            </a:pPr>
            <a:r>
              <a:rPr i="1" lang="en-US" sz="2000">
                <a:solidFill>
                  <a:schemeClr val="dk2"/>
                </a:solidFill>
              </a:rPr>
              <a:t>Give an example of how you applied your customer service skills to satisfy an unhappy customer.</a:t>
            </a:r>
            <a:endParaRPr/>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18"/>
          <p:cNvSpPr txBox="1"/>
          <p:nvPr>
            <p:ph type="title"/>
          </p:nvPr>
        </p:nvSpPr>
        <p:spPr>
          <a:xfrm>
            <a:off x="685800" y="2435292"/>
            <a:ext cx="7772400" cy="325904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COMMON INTERVIEW QUESTIONS?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idx="1" type="body"/>
          </p:nvPr>
        </p:nvSpPr>
        <p:spPr>
          <a:xfrm>
            <a:off x="457200" y="1483567"/>
            <a:ext cx="8229600" cy="5009308"/>
          </a:xfrm>
          <a:prstGeom prst="rect">
            <a:avLst/>
          </a:prstGeom>
          <a:noFill/>
          <a:ln>
            <a:noFill/>
          </a:ln>
        </p:spPr>
        <p:txBody>
          <a:bodyPr anchorCtr="0" anchor="t" bIns="45700" lIns="91425" spcFirstLastPara="1" rIns="91425" wrap="square" tIns="45700">
            <a:noAutofit/>
          </a:bodyPr>
          <a:lstStyle/>
          <a:p>
            <a:pPr indent="0" lvl="0" marL="101600" rtl="0" algn="l">
              <a:spcBef>
                <a:spcPts val="0"/>
              </a:spcBef>
              <a:spcAft>
                <a:spcPts val="0"/>
              </a:spcAft>
              <a:buClr>
                <a:srgbClr val="191B0E"/>
              </a:buClr>
              <a:buSzPts val="2000"/>
              <a:buFont typeface="Noto Sans Symbols"/>
              <a:buNone/>
            </a:pPr>
            <a:r>
              <a:rPr b="1" lang="en-US">
                <a:solidFill>
                  <a:srgbClr val="191B0E"/>
                </a:solidFill>
              </a:rPr>
              <a:t>Sample Behavioral Interview Questions:</a:t>
            </a:r>
            <a:endParaRPr/>
          </a:p>
          <a:p>
            <a:pPr indent="-457200" lvl="0" marL="558800" rtl="0" algn="l">
              <a:spcBef>
                <a:spcPts val="0"/>
              </a:spcBef>
              <a:spcAft>
                <a:spcPts val="0"/>
              </a:spcAft>
              <a:buClr>
                <a:srgbClr val="191B0E"/>
              </a:buClr>
              <a:buSzPts val="2000"/>
              <a:buFont typeface="Noto Sans Symbols"/>
              <a:buChar char="❑"/>
            </a:pPr>
            <a:r>
              <a:rPr lang="en-US" sz="2000">
                <a:solidFill>
                  <a:srgbClr val="191B0E"/>
                </a:solidFill>
              </a:rPr>
              <a:t>What is your greatest weakness</a:t>
            </a:r>
            <a:endParaRPr/>
          </a:p>
          <a:p>
            <a:pPr indent="0" lvl="0" marL="101600" rtl="0" algn="l">
              <a:spcBef>
                <a:spcPts val="0"/>
              </a:spcBef>
              <a:spcAft>
                <a:spcPts val="0"/>
              </a:spcAft>
              <a:buClr>
                <a:srgbClr val="191B0E"/>
              </a:buClr>
              <a:buSzPts val="2000"/>
              <a:buFont typeface="Noto Sans Symbols"/>
              <a:buNone/>
            </a:pPr>
            <a:r>
              <a:t/>
            </a:r>
            <a:endParaRPr sz="2000">
              <a:solidFill>
                <a:srgbClr val="191B0E"/>
              </a:solidFill>
            </a:endParaRPr>
          </a:p>
          <a:p>
            <a:pPr indent="-355600" lvl="0" marL="457200" rtl="0" algn="l">
              <a:spcBef>
                <a:spcPts val="0"/>
              </a:spcBef>
              <a:spcAft>
                <a:spcPts val="0"/>
              </a:spcAft>
              <a:buClr>
                <a:srgbClr val="191B0E"/>
              </a:buClr>
              <a:buSzPts val="2000"/>
              <a:buFont typeface="Noto Sans Symbols"/>
              <a:buChar char="❑"/>
            </a:pPr>
            <a:r>
              <a:rPr lang="en-US" sz="2000">
                <a:solidFill>
                  <a:srgbClr val="191B0E"/>
                </a:solidFill>
              </a:rPr>
              <a:t>Tell me about a time when you had to motivate others to get a job done.</a:t>
            </a:r>
            <a:endParaRPr/>
          </a:p>
          <a:p>
            <a:pPr indent="0" lvl="0" marL="0" rtl="0" algn="l">
              <a:spcBef>
                <a:spcPts val="0"/>
              </a:spcBef>
              <a:spcAft>
                <a:spcPts val="0"/>
              </a:spcAft>
              <a:buClr>
                <a:schemeClr val="dk1"/>
              </a:buClr>
              <a:buSzPts val="1100"/>
              <a:buFont typeface="Noto Sans Symbols"/>
              <a:buNone/>
            </a:pPr>
            <a:r>
              <a:t/>
            </a:r>
            <a:endParaRPr sz="2000">
              <a:solidFill>
                <a:srgbClr val="191B0E"/>
              </a:solidFill>
            </a:endParaRPr>
          </a:p>
          <a:p>
            <a:pPr indent="-355600" lvl="0" marL="457200" rtl="0" algn="l">
              <a:spcBef>
                <a:spcPts val="0"/>
              </a:spcBef>
              <a:spcAft>
                <a:spcPts val="0"/>
              </a:spcAft>
              <a:buClr>
                <a:srgbClr val="191B0E"/>
              </a:buClr>
              <a:buSzPts val="2000"/>
              <a:buFont typeface="Noto Sans Symbols"/>
              <a:buChar char="❑"/>
            </a:pPr>
            <a:r>
              <a:rPr lang="en-US" sz="2000">
                <a:solidFill>
                  <a:srgbClr val="191B0E"/>
                </a:solidFill>
              </a:rPr>
              <a:t>Tell me about a time you had to go above and beyond the call of duty.</a:t>
            </a:r>
            <a:endParaRPr/>
          </a:p>
          <a:p>
            <a:pPr indent="0" lvl="0" marL="0" rtl="0" algn="l">
              <a:spcBef>
                <a:spcPts val="0"/>
              </a:spcBef>
              <a:spcAft>
                <a:spcPts val="0"/>
              </a:spcAft>
              <a:buClr>
                <a:schemeClr val="dk1"/>
              </a:buClr>
              <a:buSzPts val="1100"/>
              <a:buFont typeface="Noto Sans Symbols"/>
              <a:buNone/>
            </a:pPr>
            <a:r>
              <a:t/>
            </a:r>
            <a:endParaRPr sz="2000">
              <a:solidFill>
                <a:srgbClr val="191B0E"/>
              </a:solidFill>
            </a:endParaRPr>
          </a:p>
          <a:p>
            <a:pPr indent="-355600" lvl="0" marL="457200" rtl="0" algn="l">
              <a:spcBef>
                <a:spcPts val="0"/>
              </a:spcBef>
              <a:spcAft>
                <a:spcPts val="0"/>
              </a:spcAft>
              <a:buClr>
                <a:srgbClr val="191B0E"/>
              </a:buClr>
              <a:buSzPts val="2000"/>
              <a:buFont typeface="Noto Sans Symbols"/>
              <a:buChar char="❑"/>
            </a:pPr>
            <a:r>
              <a:rPr lang="en-US" sz="2000">
                <a:solidFill>
                  <a:srgbClr val="191B0E"/>
                </a:solidFill>
              </a:rPr>
              <a:t>Tell me about a time you worked on a difficult team.</a:t>
            </a:r>
            <a:endParaRPr/>
          </a:p>
          <a:p>
            <a:pPr indent="0" lvl="0" marL="0" rtl="0" algn="l">
              <a:spcBef>
                <a:spcPts val="0"/>
              </a:spcBef>
              <a:spcAft>
                <a:spcPts val="0"/>
              </a:spcAft>
              <a:buClr>
                <a:schemeClr val="dk1"/>
              </a:buClr>
              <a:buSzPts val="1100"/>
              <a:buFont typeface="Noto Sans Symbols"/>
              <a:buNone/>
            </a:pPr>
            <a:r>
              <a:t/>
            </a:r>
            <a:endParaRPr sz="2000">
              <a:solidFill>
                <a:srgbClr val="191B0E"/>
              </a:solidFill>
            </a:endParaRPr>
          </a:p>
          <a:p>
            <a:pPr indent="-355600" lvl="0" marL="457200" rtl="0" algn="l">
              <a:spcBef>
                <a:spcPts val="0"/>
              </a:spcBef>
              <a:spcAft>
                <a:spcPts val="0"/>
              </a:spcAft>
              <a:buClr>
                <a:srgbClr val="191B0E"/>
              </a:buClr>
              <a:buSzPts val="2000"/>
              <a:buFont typeface="Noto Sans Symbols"/>
              <a:buChar char="❑"/>
            </a:pPr>
            <a:r>
              <a:rPr lang="en-US" sz="2000">
                <a:solidFill>
                  <a:srgbClr val="191B0E"/>
                </a:solidFill>
              </a:rPr>
              <a:t>Tell me about a time when you had to deal with a difficult customer or coworker and   how you dealt with it.</a:t>
            </a:r>
            <a:endParaRPr/>
          </a:p>
          <a:p>
            <a:pPr indent="0" lvl="0" marL="0" rtl="0" algn="l">
              <a:spcBef>
                <a:spcPts val="0"/>
              </a:spcBef>
              <a:spcAft>
                <a:spcPts val="0"/>
              </a:spcAft>
              <a:buClr>
                <a:schemeClr val="dk1"/>
              </a:buClr>
              <a:buSzPts val="1100"/>
              <a:buFont typeface="Noto Sans Symbols"/>
              <a:buNone/>
            </a:pPr>
            <a:r>
              <a:t/>
            </a:r>
            <a:endParaRPr sz="2000">
              <a:solidFill>
                <a:srgbClr val="191B0E"/>
              </a:solidFill>
            </a:endParaRPr>
          </a:p>
          <a:p>
            <a:pPr indent="-355600" lvl="0" marL="457200" rtl="0" algn="l">
              <a:spcBef>
                <a:spcPts val="0"/>
              </a:spcBef>
              <a:spcAft>
                <a:spcPts val="0"/>
              </a:spcAft>
              <a:buClr>
                <a:srgbClr val="191B0E"/>
              </a:buClr>
              <a:buSzPts val="2000"/>
              <a:buFont typeface="Noto Sans Symbols"/>
              <a:buChar char="❑"/>
            </a:pPr>
            <a:r>
              <a:rPr lang="en-US" sz="2000">
                <a:solidFill>
                  <a:srgbClr val="191B0E"/>
                </a:solidFill>
              </a:rPr>
              <a:t>Tell me about a time you had to think outside of the box. </a:t>
            </a:r>
            <a:endParaRPr/>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 name="Shape 169"/>
        <p:cNvGrpSpPr/>
        <p:nvPr/>
      </p:nvGrpSpPr>
      <p:grpSpPr>
        <a:xfrm>
          <a:off x="0" y="0"/>
          <a:ext cx="0" cy="0"/>
          <a:chOff x="0" y="0"/>
          <a:chExt cx="0" cy="0"/>
        </a:xfrm>
      </p:grpSpPr>
      <p:sp>
        <p:nvSpPr>
          <p:cNvPr id="170" name="Google Shape;170;p20"/>
          <p:cNvSpPr txBox="1"/>
          <p:nvPr>
            <p:ph type="title"/>
          </p:nvPr>
        </p:nvSpPr>
        <p:spPr>
          <a:xfrm>
            <a:off x="685800" y="2528596"/>
            <a:ext cx="7772400" cy="364159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ADVICE FOR ANSWERING INTERVIEW QUESTIONS?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idx="1" type="body"/>
          </p:nvPr>
        </p:nvSpPr>
        <p:spPr>
          <a:xfrm>
            <a:off x="457199" y="1698171"/>
            <a:ext cx="8332237" cy="4627984"/>
          </a:xfrm>
          <a:prstGeom prst="rect">
            <a:avLst/>
          </a:prstGeom>
          <a:noFill/>
          <a:ln>
            <a:noFill/>
          </a:ln>
        </p:spPr>
        <p:txBody>
          <a:bodyPr anchorCtr="0" anchor="t" bIns="45700" lIns="91425" spcFirstLastPara="1" rIns="91425" wrap="square" tIns="45700">
            <a:noAutofit/>
          </a:bodyPr>
          <a:lstStyle/>
          <a:p>
            <a:pPr indent="-342900" lvl="0" marL="342900" rtl="0" algn="l">
              <a:lnSpc>
                <a:spcPct val="140000"/>
              </a:lnSpc>
              <a:spcBef>
                <a:spcPts val="0"/>
              </a:spcBef>
              <a:spcAft>
                <a:spcPts val="0"/>
              </a:spcAft>
              <a:buClr>
                <a:schemeClr val="dk2"/>
              </a:buClr>
              <a:buSzPts val="1850"/>
              <a:buFont typeface="Noto Sans Symbols"/>
              <a:buChar char="❑"/>
            </a:pPr>
            <a:r>
              <a:rPr lang="en-US" sz="2000" u="sng">
                <a:solidFill>
                  <a:schemeClr val="dk2"/>
                </a:solidFill>
              </a:rPr>
              <a:t>Listen</a:t>
            </a:r>
            <a:r>
              <a:rPr lang="en-US" sz="2000">
                <a:solidFill>
                  <a:schemeClr val="dk2"/>
                </a:solidFill>
              </a:rPr>
              <a:t> carefully to the entire question!</a:t>
            </a:r>
            <a:endParaRPr sz="2000"/>
          </a:p>
          <a:p>
            <a:pPr indent="-342900" lvl="0" marL="342900" rtl="0" algn="l">
              <a:lnSpc>
                <a:spcPct val="140000"/>
              </a:lnSpc>
              <a:spcBef>
                <a:spcPts val="0"/>
              </a:spcBef>
              <a:spcAft>
                <a:spcPts val="0"/>
              </a:spcAft>
              <a:buClr>
                <a:schemeClr val="dk2"/>
              </a:buClr>
              <a:buSzPts val="1850"/>
              <a:buFont typeface="Noto Sans Symbols"/>
              <a:buChar char="❑"/>
            </a:pPr>
            <a:r>
              <a:rPr lang="en-US" sz="2000">
                <a:solidFill>
                  <a:schemeClr val="dk2"/>
                </a:solidFill>
              </a:rPr>
              <a:t>Ask clarifying questions if needed</a:t>
            </a:r>
            <a:endParaRPr sz="2000"/>
          </a:p>
          <a:p>
            <a:pPr indent="-342900" lvl="0" marL="342900" rtl="0" algn="l">
              <a:lnSpc>
                <a:spcPct val="140000"/>
              </a:lnSpc>
              <a:spcBef>
                <a:spcPts val="0"/>
              </a:spcBef>
              <a:spcAft>
                <a:spcPts val="0"/>
              </a:spcAft>
              <a:buClr>
                <a:schemeClr val="dk2"/>
              </a:buClr>
              <a:buSzPts val="1850"/>
              <a:buFont typeface="Noto Sans Symbols"/>
              <a:buChar char="❑"/>
            </a:pPr>
            <a:r>
              <a:rPr lang="en-US" sz="2000">
                <a:solidFill>
                  <a:schemeClr val="dk2"/>
                </a:solidFill>
              </a:rPr>
              <a:t>Pause before answering – inhale and consider what to say</a:t>
            </a:r>
            <a:endParaRPr sz="2000"/>
          </a:p>
          <a:p>
            <a:pPr indent="-342900" lvl="0" marL="342900" rtl="0" algn="l">
              <a:lnSpc>
                <a:spcPct val="140000"/>
              </a:lnSpc>
              <a:spcBef>
                <a:spcPts val="0"/>
              </a:spcBef>
              <a:spcAft>
                <a:spcPts val="0"/>
              </a:spcAft>
              <a:buClr>
                <a:schemeClr val="dk2"/>
              </a:buClr>
              <a:buSzPts val="1850"/>
              <a:buFont typeface="Noto Sans Symbols"/>
              <a:buChar char="❑"/>
            </a:pPr>
            <a:r>
              <a:rPr lang="en-US" sz="2000">
                <a:solidFill>
                  <a:schemeClr val="dk2"/>
                </a:solidFill>
              </a:rPr>
              <a:t>Be focused and find the conclusion so that it doesn’t run on or trail off</a:t>
            </a:r>
            <a:endParaRPr sz="2000"/>
          </a:p>
          <a:p>
            <a:pPr indent="-342900" lvl="0" marL="342900" rtl="0" algn="l">
              <a:lnSpc>
                <a:spcPct val="140000"/>
              </a:lnSpc>
              <a:spcBef>
                <a:spcPts val="0"/>
              </a:spcBef>
              <a:spcAft>
                <a:spcPts val="0"/>
              </a:spcAft>
              <a:buClr>
                <a:schemeClr val="dk2"/>
              </a:buClr>
              <a:buSzPts val="1850"/>
              <a:buFont typeface="Noto Sans Symbols"/>
              <a:buChar char="❑"/>
            </a:pPr>
            <a:r>
              <a:rPr lang="en-US" sz="2000">
                <a:solidFill>
                  <a:schemeClr val="dk2"/>
                </a:solidFill>
              </a:rPr>
              <a:t>Use your research!</a:t>
            </a:r>
            <a:endParaRPr sz="2000"/>
          </a:p>
          <a:p>
            <a:pPr indent="-342900" lvl="0" marL="342900" rtl="0" algn="l">
              <a:spcBef>
                <a:spcPts val="0"/>
              </a:spcBef>
              <a:spcAft>
                <a:spcPts val="0"/>
              </a:spcAft>
              <a:buClr>
                <a:schemeClr val="dk2"/>
              </a:buClr>
              <a:buSzPts val="1850"/>
              <a:buFont typeface="Noto Sans Symbols"/>
              <a:buChar char="❑"/>
            </a:pPr>
            <a:r>
              <a:rPr lang="en-US" sz="2000">
                <a:solidFill>
                  <a:schemeClr val="dk2"/>
                </a:solidFill>
              </a:rPr>
              <a:t>Be specific about your accomplishments whenever possible to back up what you are saying</a:t>
            </a:r>
            <a:endParaRPr sz="2000"/>
          </a:p>
          <a:p>
            <a:pPr indent="-342900" lvl="0" marL="342900" rtl="0" algn="l">
              <a:lnSpc>
                <a:spcPct val="140000"/>
              </a:lnSpc>
              <a:spcBef>
                <a:spcPts val="0"/>
              </a:spcBef>
              <a:spcAft>
                <a:spcPts val="0"/>
              </a:spcAft>
              <a:buClr>
                <a:schemeClr val="dk2"/>
              </a:buClr>
              <a:buSzPts val="1850"/>
              <a:buFont typeface="Noto Sans Symbols"/>
              <a:buChar char="❑"/>
            </a:pPr>
            <a:r>
              <a:rPr lang="en-US" sz="2000">
                <a:solidFill>
                  <a:schemeClr val="dk2"/>
                </a:solidFill>
              </a:rPr>
              <a:t>Maintain eye contact (without staring)</a:t>
            </a:r>
            <a:endParaRPr sz="2000"/>
          </a:p>
          <a:p>
            <a:pPr indent="-342900" lvl="0" marL="342900" rtl="0" algn="l">
              <a:lnSpc>
                <a:spcPct val="140000"/>
              </a:lnSpc>
              <a:spcBef>
                <a:spcPts val="0"/>
              </a:spcBef>
              <a:spcAft>
                <a:spcPts val="0"/>
              </a:spcAft>
              <a:buClr>
                <a:schemeClr val="dk2"/>
              </a:buClr>
              <a:buSzPts val="1850"/>
              <a:buFont typeface="Noto Sans Symbols"/>
              <a:buChar char="❑"/>
            </a:pPr>
            <a:r>
              <a:rPr lang="en-US" sz="2000">
                <a:solidFill>
                  <a:schemeClr val="dk2"/>
                </a:solidFill>
              </a:rPr>
              <a:t>Be yourself – they are seeking a </a:t>
            </a:r>
            <a:r>
              <a:rPr i="1" lang="en-US" sz="2000">
                <a:solidFill>
                  <a:schemeClr val="dk2"/>
                </a:solidFill>
              </a:rPr>
              <a:t>person</a:t>
            </a:r>
            <a:r>
              <a:rPr lang="en-US" sz="2000">
                <a:solidFill>
                  <a:schemeClr val="dk2"/>
                </a:solidFill>
              </a:rPr>
              <a:t> to work with, not a robot!</a:t>
            </a:r>
            <a:endParaRPr sz="2000"/>
          </a:p>
          <a:p>
            <a:pPr indent="-609600" lvl="0" marL="609600" rtl="0" algn="l">
              <a:spcBef>
                <a:spcPts val="700"/>
              </a:spcBef>
              <a:spcAft>
                <a:spcPts val="0"/>
              </a:spcAft>
              <a:buSzPts val="2800"/>
              <a:buFont typeface="Noto Sans Symbols"/>
              <a:buNone/>
            </a:pPr>
            <a:r>
              <a:t/>
            </a:r>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idx="1" type="body"/>
          </p:nvPr>
        </p:nvSpPr>
        <p:spPr>
          <a:xfrm>
            <a:off x="457200" y="1417510"/>
            <a:ext cx="8229600" cy="4983292"/>
          </a:xfrm>
          <a:prstGeom prst="rect">
            <a:avLst/>
          </a:prstGeom>
          <a:noFill/>
          <a:ln>
            <a:noFill/>
          </a:ln>
        </p:spPr>
        <p:txBody>
          <a:bodyPr anchorCtr="0" anchor="t" bIns="45700" lIns="91425" spcFirstLastPara="1" rIns="91425" wrap="square" tIns="45700">
            <a:noAutofit/>
          </a:bodyPr>
          <a:lstStyle/>
          <a:p>
            <a:pPr indent="0" lvl="0" marL="0" rtl="0" algn="l">
              <a:lnSpc>
                <a:spcPct val="84000"/>
              </a:lnSpc>
              <a:spcBef>
                <a:spcPts val="0"/>
              </a:spcBef>
              <a:spcAft>
                <a:spcPts val="0"/>
              </a:spcAft>
              <a:buClr>
                <a:schemeClr val="dk2"/>
              </a:buClr>
              <a:buSzPts val="2800"/>
              <a:buFont typeface="Noto Sans Symbols"/>
              <a:buNone/>
            </a:pPr>
            <a:r>
              <a:rPr b="1" lang="en-US">
                <a:solidFill>
                  <a:schemeClr val="dk2"/>
                </a:solidFill>
              </a:rPr>
              <a:t>The STAR Method:</a:t>
            </a:r>
            <a:endParaRPr/>
          </a:p>
          <a:p>
            <a:pPr indent="0" lvl="0" marL="0" rtl="0" algn="l">
              <a:lnSpc>
                <a:spcPct val="84000"/>
              </a:lnSpc>
              <a:spcBef>
                <a:spcPts val="1200"/>
              </a:spcBef>
              <a:spcAft>
                <a:spcPts val="0"/>
              </a:spcAft>
              <a:buClr>
                <a:schemeClr val="dk2"/>
              </a:buClr>
              <a:buSzPts val="2000"/>
              <a:buFont typeface="Noto Sans Symbols"/>
              <a:buNone/>
            </a:pPr>
            <a:r>
              <a:rPr lang="en-US" sz="2000">
                <a:solidFill>
                  <a:schemeClr val="dk2"/>
                </a:solidFill>
              </a:rPr>
              <a:t>A structured manner of responding to a behavioral or situational question that tells a story: </a:t>
            </a:r>
            <a:endParaRPr/>
          </a:p>
          <a:p>
            <a:pPr indent="0" lvl="0" marL="0" rtl="0" algn="l">
              <a:lnSpc>
                <a:spcPct val="84000"/>
              </a:lnSpc>
              <a:spcBef>
                <a:spcPts val="1200"/>
              </a:spcBef>
              <a:spcAft>
                <a:spcPts val="0"/>
              </a:spcAft>
              <a:buClr>
                <a:schemeClr val="dk2"/>
              </a:buClr>
              <a:buSzPts val="2000"/>
              <a:buFont typeface="Noto Sans Symbols"/>
              <a:buNone/>
            </a:pPr>
            <a:r>
              <a:rPr b="1" lang="en-US" sz="2000">
                <a:solidFill>
                  <a:schemeClr val="dk2"/>
                </a:solidFill>
              </a:rPr>
              <a:t>“Describe a time when you made a significant contribution to a </a:t>
            </a:r>
            <a:r>
              <a:rPr b="1" lang="en-US" sz="2000" u="sng">
                <a:solidFill>
                  <a:schemeClr val="dk2"/>
                </a:solidFill>
              </a:rPr>
              <a:t>team</a:t>
            </a:r>
            <a:r>
              <a:rPr b="1" lang="en-US" sz="2000">
                <a:solidFill>
                  <a:schemeClr val="dk2"/>
                </a:solidFill>
              </a:rPr>
              <a:t> effort, goal or objective.”</a:t>
            </a:r>
            <a:endParaRPr/>
          </a:p>
          <a:p>
            <a:pPr indent="-342900" lvl="0" marL="342900" rtl="0" algn="l">
              <a:lnSpc>
                <a:spcPct val="84000"/>
              </a:lnSpc>
              <a:spcBef>
                <a:spcPts val="1200"/>
              </a:spcBef>
              <a:spcAft>
                <a:spcPts val="0"/>
              </a:spcAft>
              <a:buClr>
                <a:schemeClr val="dk2"/>
              </a:buClr>
              <a:buSzPts val="2000"/>
              <a:buFont typeface="Noto Sans Symbols"/>
              <a:buChar char="❑"/>
            </a:pPr>
            <a:r>
              <a:rPr b="1" lang="en-US" sz="2000">
                <a:solidFill>
                  <a:schemeClr val="dk2"/>
                </a:solidFill>
              </a:rPr>
              <a:t>Situation</a:t>
            </a:r>
            <a:endParaRPr/>
          </a:p>
          <a:p>
            <a:pPr indent="-342900" lvl="1" marL="863600" rtl="0" algn="l">
              <a:lnSpc>
                <a:spcPct val="84000"/>
              </a:lnSpc>
              <a:spcBef>
                <a:spcPts val="700"/>
              </a:spcBef>
              <a:spcAft>
                <a:spcPts val="0"/>
              </a:spcAft>
              <a:buClr>
                <a:schemeClr val="dk2"/>
              </a:buClr>
              <a:buSzPts val="2000"/>
              <a:buFont typeface="Arial"/>
              <a:buChar char="•"/>
            </a:pPr>
            <a:r>
              <a:rPr i="1" lang="en-US" sz="2000">
                <a:solidFill>
                  <a:schemeClr val="dk2"/>
                </a:solidFill>
              </a:rPr>
              <a:t>Provides context and background</a:t>
            </a:r>
            <a:endParaRPr/>
          </a:p>
          <a:p>
            <a:pPr indent="-342900" lvl="0" marL="342900" rtl="0" algn="l">
              <a:lnSpc>
                <a:spcPct val="84000"/>
              </a:lnSpc>
              <a:spcBef>
                <a:spcPts val="1200"/>
              </a:spcBef>
              <a:spcAft>
                <a:spcPts val="0"/>
              </a:spcAft>
              <a:buClr>
                <a:schemeClr val="dk2"/>
              </a:buClr>
              <a:buSzPts val="2000"/>
              <a:buFont typeface="Noto Sans Symbols"/>
              <a:buChar char="❑"/>
            </a:pPr>
            <a:r>
              <a:rPr b="1" lang="en-US" sz="2000">
                <a:solidFill>
                  <a:schemeClr val="dk2"/>
                </a:solidFill>
              </a:rPr>
              <a:t>Task</a:t>
            </a:r>
            <a:endParaRPr/>
          </a:p>
          <a:p>
            <a:pPr indent="-342900" lvl="1" marL="863600" rtl="0" algn="l">
              <a:lnSpc>
                <a:spcPct val="84000"/>
              </a:lnSpc>
              <a:spcBef>
                <a:spcPts val="700"/>
              </a:spcBef>
              <a:spcAft>
                <a:spcPts val="0"/>
              </a:spcAft>
              <a:buClr>
                <a:schemeClr val="dk2"/>
              </a:buClr>
              <a:buSzPts val="2000"/>
              <a:buFont typeface="Arial"/>
              <a:buChar char="•"/>
            </a:pPr>
            <a:r>
              <a:rPr i="1" lang="en-US" sz="2000">
                <a:solidFill>
                  <a:schemeClr val="dk2"/>
                </a:solidFill>
              </a:rPr>
              <a:t>Details the challenge and expectations</a:t>
            </a:r>
            <a:endParaRPr/>
          </a:p>
          <a:p>
            <a:pPr indent="-342900" lvl="0" marL="342900" rtl="0" algn="l">
              <a:lnSpc>
                <a:spcPct val="84000"/>
              </a:lnSpc>
              <a:spcBef>
                <a:spcPts val="1200"/>
              </a:spcBef>
              <a:spcAft>
                <a:spcPts val="0"/>
              </a:spcAft>
              <a:buClr>
                <a:schemeClr val="dk2"/>
              </a:buClr>
              <a:buSzPts val="2000"/>
              <a:buFont typeface="Noto Sans Symbols"/>
              <a:buChar char="❑"/>
            </a:pPr>
            <a:r>
              <a:rPr b="1" lang="en-US" sz="2000">
                <a:solidFill>
                  <a:schemeClr val="dk2"/>
                </a:solidFill>
              </a:rPr>
              <a:t>Action you took</a:t>
            </a:r>
            <a:endParaRPr/>
          </a:p>
          <a:p>
            <a:pPr indent="-342900" lvl="1" marL="863600" rtl="0" algn="l">
              <a:lnSpc>
                <a:spcPct val="84000"/>
              </a:lnSpc>
              <a:spcBef>
                <a:spcPts val="700"/>
              </a:spcBef>
              <a:spcAft>
                <a:spcPts val="0"/>
              </a:spcAft>
              <a:buClr>
                <a:schemeClr val="dk2"/>
              </a:buClr>
              <a:buSzPts val="2000"/>
              <a:buFont typeface="Arial"/>
              <a:buChar char="•"/>
            </a:pPr>
            <a:r>
              <a:rPr i="1" lang="en-US" sz="2000">
                <a:solidFill>
                  <a:schemeClr val="dk2"/>
                </a:solidFill>
              </a:rPr>
              <a:t>What did you do?  How? </a:t>
            </a:r>
            <a:endParaRPr/>
          </a:p>
          <a:p>
            <a:pPr indent="-342900" lvl="0" marL="342900" rtl="0" algn="l">
              <a:lnSpc>
                <a:spcPct val="84000"/>
              </a:lnSpc>
              <a:spcBef>
                <a:spcPts val="1200"/>
              </a:spcBef>
              <a:spcAft>
                <a:spcPts val="0"/>
              </a:spcAft>
              <a:buClr>
                <a:schemeClr val="dk2"/>
              </a:buClr>
              <a:buSzPts val="2000"/>
              <a:buFont typeface="Noto Sans Symbols"/>
              <a:buChar char="❑"/>
            </a:pPr>
            <a:r>
              <a:rPr b="1" lang="en-US" sz="2000">
                <a:solidFill>
                  <a:schemeClr val="dk2"/>
                </a:solidFill>
              </a:rPr>
              <a:t>Results achieved</a:t>
            </a:r>
            <a:endParaRPr/>
          </a:p>
          <a:p>
            <a:pPr indent="-342900" lvl="1" marL="863600" rtl="0" algn="l">
              <a:lnSpc>
                <a:spcPct val="84000"/>
              </a:lnSpc>
              <a:spcBef>
                <a:spcPts val="700"/>
              </a:spcBef>
              <a:spcAft>
                <a:spcPts val="0"/>
              </a:spcAft>
              <a:buClr>
                <a:schemeClr val="dk2"/>
              </a:buClr>
              <a:buSzPts val="2000"/>
              <a:buFont typeface="Arial"/>
              <a:buChar char="•"/>
            </a:pPr>
            <a:r>
              <a:rPr i="1" lang="en-US" sz="2000">
                <a:solidFill>
                  <a:schemeClr val="dk2"/>
                </a:solidFill>
              </a:rPr>
              <a:t>Accomplishments, recognition – quantify if possible</a:t>
            </a:r>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ph idx="1" type="body"/>
          </p:nvPr>
        </p:nvSpPr>
        <p:spPr>
          <a:xfrm>
            <a:off x="457200" y="1548138"/>
            <a:ext cx="8229600" cy="4927308"/>
          </a:xfrm>
          <a:prstGeom prst="rect">
            <a:avLst/>
          </a:prstGeom>
          <a:noFill/>
          <a:ln>
            <a:noFill/>
          </a:ln>
        </p:spPr>
        <p:txBody>
          <a:bodyPr anchorCtr="0" anchor="t" bIns="45700" lIns="91425" spcFirstLastPara="1" rIns="91425" wrap="square" tIns="45700">
            <a:noAutofit/>
          </a:bodyPr>
          <a:lstStyle/>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Most importantly, remember that every question in an interview is ultimately asking the same question:  </a:t>
            </a:r>
            <a:endParaRPr sz="2000"/>
          </a:p>
          <a:p>
            <a:pPr indent="0" lvl="1" marL="520701" rtl="0" algn="l">
              <a:lnSpc>
                <a:spcPct val="94000"/>
              </a:lnSpc>
              <a:spcBef>
                <a:spcPts val="700"/>
              </a:spcBef>
              <a:spcAft>
                <a:spcPts val="0"/>
              </a:spcAft>
              <a:buClr>
                <a:schemeClr val="dk2"/>
              </a:buClr>
              <a:buSzPts val="2000"/>
              <a:buFont typeface="Arial"/>
              <a:buNone/>
            </a:pPr>
            <a:r>
              <a:rPr b="1" i="1" lang="en-US" sz="2000">
                <a:solidFill>
                  <a:schemeClr val="dk2"/>
                </a:solidFill>
              </a:rPr>
              <a:t>	“Are </a:t>
            </a:r>
            <a:r>
              <a:rPr b="1" i="1" lang="en-US" sz="2000" u="sng">
                <a:solidFill>
                  <a:schemeClr val="dk2"/>
                </a:solidFill>
              </a:rPr>
              <a:t>you</a:t>
            </a:r>
            <a:r>
              <a:rPr b="1" i="1" lang="en-US" sz="2000">
                <a:solidFill>
                  <a:schemeClr val="dk2"/>
                </a:solidFill>
              </a:rPr>
              <a:t> the right person for </a:t>
            </a:r>
            <a:r>
              <a:rPr b="1" i="1" lang="en-US" sz="2000" u="sng">
                <a:solidFill>
                  <a:schemeClr val="dk2"/>
                </a:solidFill>
              </a:rPr>
              <a:t>this</a:t>
            </a:r>
            <a:r>
              <a:rPr b="1" i="1" lang="en-US" sz="2000">
                <a:solidFill>
                  <a:schemeClr val="dk2"/>
                </a:solidFill>
              </a:rPr>
              <a:t> job?”</a:t>
            </a:r>
            <a:endParaRPr/>
          </a:p>
          <a:p>
            <a:pPr indent="0" lvl="1" marL="520701" rtl="0" algn="l">
              <a:lnSpc>
                <a:spcPct val="94000"/>
              </a:lnSpc>
              <a:spcBef>
                <a:spcPts val="700"/>
              </a:spcBef>
              <a:spcAft>
                <a:spcPts val="0"/>
              </a:spcAft>
              <a:buClr>
                <a:schemeClr val="dk2"/>
              </a:buClr>
              <a:buSzPts val="2000"/>
              <a:buFont typeface="Arial"/>
              <a:buNone/>
            </a:pPr>
            <a:r>
              <a:t/>
            </a:r>
            <a:endParaRPr b="1" i="1" sz="2000">
              <a:solidFill>
                <a:schemeClr val="dk2"/>
              </a:solidFill>
            </a:endParaRPr>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Each and every question represents an opportunity for you to answer – YES! </a:t>
            </a:r>
            <a:endParaRPr sz="2000"/>
          </a:p>
          <a:p>
            <a:pPr indent="-215900" lvl="0" marL="342900" rtl="0" algn="l">
              <a:lnSpc>
                <a:spcPct val="94000"/>
              </a:lnSpc>
              <a:spcBef>
                <a:spcPts val="1200"/>
              </a:spcBef>
              <a:spcAft>
                <a:spcPts val="0"/>
              </a:spcAft>
              <a:buClr>
                <a:schemeClr val="dk2"/>
              </a:buClr>
              <a:buSzPts val="2000"/>
              <a:buFont typeface="Noto Sans Symbols"/>
              <a:buNone/>
            </a:pPr>
            <a:r>
              <a:t/>
            </a:r>
            <a:endParaRPr b="1" sz="2000" u="sng">
              <a:solidFill>
                <a:schemeClr val="dk2"/>
              </a:solidFill>
            </a:endParaRPr>
          </a:p>
          <a:p>
            <a:pPr indent="0" lvl="0" marL="0" rtl="0" algn="l">
              <a:lnSpc>
                <a:spcPct val="94000"/>
              </a:lnSpc>
              <a:spcBef>
                <a:spcPts val="1200"/>
              </a:spcBef>
              <a:spcAft>
                <a:spcPts val="0"/>
              </a:spcAft>
              <a:buClr>
                <a:schemeClr val="dk2"/>
              </a:buClr>
              <a:buSzPts val="2000"/>
              <a:buNone/>
            </a:pPr>
            <a:r>
              <a:rPr b="1" lang="en-US" sz="2000">
                <a:solidFill>
                  <a:schemeClr val="dk2"/>
                </a:solidFill>
              </a:rPr>
              <a:t>So…</a:t>
            </a:r>
            <a:endParaRPr sz="2000"/>
          </a:p>
          <a:p>
            <a:pPr indent="-342900" lvl="0" marL="342900" rtl="0" algn="l">
              <a:lnSpc>
                <a:spcPct val="94000"/>
              </a:lnSpc>
              <a:spcBef>
                <a:spcPts val="1200"/>
              </a:spcBef>
              <a:spcAft>
                <a:spcPts val="0"/>
              </a:spcAft>
              <a:buClr>
                <a:schemeClr val="dk2"/>
              </a:buClr>
              <a:buSzPts val="2000"/>
              <a:buFont typeface="Noto Sans Symbols"/>
              <a:buChar char="❑"/>
            </a:pPr>
            <a:r>
              <a:rPr b="1" i="1" lang="en-US" sz="2000">
                <a:solidFill>
                  <a:schemeClr val="dk2"/>
                </a:solidFill>
              </a:rPr>
              <a:t>Don’t throw away an opportunity</a:t>
            </a:r>
            <a:r>
              <a:rPr i="1" lang="en-US" sz="2000">
                <a:solidFill>
                  <a:schemeClr val="dk2"/>
                </a:solidFill>
              </a:rPr>
              <a:t>!</a:t>
            </a:r>
            <a:endParaRPr i="1" sz="2000"/>
          </a:p>
          <a:p>
            <a:pPr indent="-342900" lvl="0" marL="342900" rtl="0" algn="l">
              <a:lnSpc>
                <a:spcPct val="94000"/>
              </a:lnSpc>
              <a:spcBef>
                <a:spcPts val="1200"/>
              </a:spcBef>
              <a:spcAft>
                <a:spcPts val="0"/>
              </a:spcAft>
              <a:buClr>
                <a:schemeClr val="dk2"/>
              </a:buClr>
              <a:buSzPts val="2000"/>
              <a:buFont typeface="Noto Sans Symbols"/>
              <a:buChar char="❑"/>
            </a:pPr>
            <a:r>
              <a:rPr b="1" i="1" lang="en-US" sz="2000">
                <a:solidFill>
                  <a:schemeClr val="dk2"/>
                </a:solidFill>
              </a:rPr>
              <a:t>Don’t lose track of what the real question you are answering is!</a:t>
            </a:r>
            <a:endParaRPr i="1" sz="2000"/>
          </a:p>
          <a:p>
            <a:pPr indent="-222250" lvl="0" marL="463550" rtl="0" algn="l">
              <a:lnSpc>
                <a:spcPct val="94000"/>
              </a:lnSpc>
              <a:spcBef>
                <a:spcPts val="1200"/>
              </a:spcBef>
              <a:spcAft>
                <a:spcPts val="0"/>
              </a:spcAft>
              <a:buClr>
                <a:schemeClr val="dk2"/>
              </a:buClr>
              <a:buSzPts val="1900"/>
              <a:buFont typeface="Noto Sans Symbols"/>
              <a:buNone/>
            </a:pPr>
            <a:r>
              <a:t/>
            </a:r>
            <a:endParaRPr sz="2000" u="sng">
              <a:solidFill>
                <a:schemeClr val="dk2"/>
              </a:solidFill>
            </a:endParaRPr>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Let’s look at some examples…</a:t>
            </a:r>
            <a:endParaRPr sz="2000"/>
          </a:p>
          <a:p>
            <a:pPr indent="0" lvl="0" marL="0" rtl="0" algn="l">
              <a:lnSpc>
                <a:spcPct val="84000"/>
              </a:lnSpc>
              <a:spcBef>
                <a:spcPts val="0"/>
              </a:spcBef>
              <a:spcAft>
                <a:spcPts val="0"/>
              </a:spcAft>
              <a:buClr>
                <a:schemeClr val="dk2"/>
              </a:buClr>
              <a:buSzPts val="2800"/>
              <a:buFont typeface="Noto Sans Symbols"/>
              <a:buNone/>
            </a:pPr>
            <a:r>
              <a:t/>
            </a:r>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ph idx="1" type="body"/>
          </p:nvPr>
        </p:nvSpPr>
        <p:spPr>
          <a:xfrm>
            <a:off x="457200" y="1632112"/>
            <a:ext cx="8229600" cy="4796680"/>
          </a:xfrm>
          <a:prstGeom prst="rect">
            <a:avLst/>
          </a:prstGeom>
          <a:noFill/>
          <a:ln>
            <a:noFill/>
          </a:ln>
        </p:spPr>
        <p:txBody>
          <a:bodyPr anchorCtr="0" anchor="t" bIns="45700" lIns="91425" spcFirstLastPara="1" rIns="91425" wrap="square" tIns="45700">
            <a:noAutofit/>
          </a:bodyPr>
          <a:lstStyle/>
          <a:p>
            <a:pPr indent="-342900" lvl="0" marL="342900" rtl="0" algn="l">
              <a:lnSpc>
                <a:spcPct val="94000"/>
              </a:lnSpc>
              <a:spcBef>
                <a:spcPts val="0"/>
              </a:spcBef>
              <a:spcAft>
                <a:spcPts val="0"/>
              </a:spcAft>
              <a:buClr>
                <a:schemeClr val="dk2"/>
              </a:buClr>
              <a:buSzPts val="1900"/>
              <a:buFont typeface="Noto Sans Symbols"/>
              <a:buChar char="❑"/>
            </a:pPr>
            <a:r>
              <a:rPr lang="en-US" sz="2000">
                <a:solidFill>
                  <a:schemeClr val="dk2"/>
                </a:solidFill>
              </a:rPr>
              <a:t>An often wasted question in an interview is:</a:t>
            </a:r>
            <a:endParaRPr sz="2000"/>
          </a:p>
          <a:p>
            <a:pPr indent="0" lvl="1" marL="520701" rtl="0" algn="l">
              <a:lnSpc>
                <a:spcPct val="94000"/>
              </a:lnSpc>
              <a:spcBef>
                <a:spcPts val="700"/>
              </a:spcBef>
              <a:spcAft>
                <a:spcPts val="0"/>
              </a:spcAft>
              <a:buClr>
                <a:schemeClr val="dk2"/>
              </a:buClr>
              <a:buSzPts val="2000"/>
              <a:buFont typeface="Arial"/>
              <a:buNone/>
            </a:pPr>
            <a:r>
              <a:rPr b="1" i="1" lang="en-US" sz="2000">
                <a:solidFill>
                  <a:schemeClr val="dk2"/>
                </a:solidFill>
              </a:rPr>
              <a:t>	“What is your greatest weakness?”</a:t>
            </a:r>
            <a:endParaRPr/>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The most common strategy is to try and frame a strength as a weakness:</a:t>
            </a:r>
            <a:endParaRPr sz="2000"/>
          </a:p>
          <a:p>
            <a:pPr indent="0" lvl="0" marL="0" rtl="0" algn="l">
              <a:lnSpc>
                <a:spcPct val="94000"/>
              </a:lnSpc>
              <a:spcBef>
                <a:spcPts val="1200"/>
              </a:spcBef>
              <a:spcAft>
                <a:spcPts val="0"/>
              </a:spcAft>
              <a:buClr>
                <a:schemeClr val="dk2"/>
              </a:buClr>
              <a:buSzPts val="2000"/>
              <a:buNone/>
            </a:pPr>
            <a:r>
              <a:rPr i="1" lang="en-US" sz="2000">
                <a:solidFill>
                  <a:schemeClr val="dk2"/>
                </a:solidFill>
              </a:rPr>
              <a:t>	“Sometimes I am too much of a perfectionist/too hard 	working/too nice, etc.”</a:t>
            </a:r>
            <a:endParaRPr sz="2000"/>
          </a:p>
          <a:p>
            <a:pPr indent="0" lvl="0" marL="0" rtl="0" algn="l">
              <a:lnSpc>
                <a:spcPct val="94000"/>
              </a:lnSpc>
              <a:spcBef>
                <a:spcPts val="1200"/>
              </a:spcBef>
              <a:spcAft>
                <a:spcPts val="0"/>
              </a:spcAft>
              <a:buClr>
                <a:schemeClr val="dk2"/>
              </a:buClr>
              <a:buSzPts val="2000"/>
              <a:buNone/>
            </a:pPr>
            <a:r>
              <a:rPr lang="en-US" sz="2000">
                <a:solidFill>
                  <a:schemeClr val="dk2"/>
                </a:solidFill>
              </a:rPr>
              <a:t>However this strategy has several flaws:</a:t>
            </a:r>
            <a:endParaRPr sz="2000"/>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It’s very common so you are likely not saying anything unique that will help you stand out</a:t>
            </a:r>
            <a:endParaRPr sz="2000"/>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It’s thinly veiled and as a result can seem disingenuous</a:t>
            </a:r>
            <a:endParaRPr sz="2000"/>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You’ve wasted the question and therefore part of your opportunity!</a:t>
            </a:r>
            <a:endParaRPr sz="2000"/>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How can we make more out of this question?  This opportunity?</a:t>
            </a:r>
            <a:endParaRPr sz="2000"/>
          </a:p>
          <a:p>
            <a:pPr indent="0" lvl="0" marL="0" rtl="0" algn="l">
              <a:lnSpc>
                <a:spcPct val="84000"/>
              </a:lnSpc>
              <a:spcBef>
                <a:spcPts val="0"/>
              </a:spcBef>
              <a:spcAft>
                <a:spcPts val="0"/>
              </a:spcAft>
              <a:buClr>
                <a:schemeClr val="dk2"/>
              </a:buClr>
              <a:buSzPts val="2800"/>
              <a:buFont typeface="Noto Sans Symbols"/>
              <a:buNone/>
            </a:pPr>
            <a:r>
              <a:t/>
            </a:r>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idx="1" type="body"/>
          </p:nvPr>
        </p:nvSpPr>
        <p:spPr>
          <a:xfrm>
            <a:off x="457200" y="1258888"/>
            <a:ext cx="8229600" cy="5233987"/>
          </a:xfrm>
          <a:prstGeom prst="rect">
            <a:avLst/>
          </a:prstGeom>
          <a:noFill/>
          <a:ln>
            <a:noFill/>
          </a:ln>
        </p:spPr>
        <p:txBody>
          <a:bodyPr anchorCtr="0" anchor="t" bIns="45700" lIns="91425" spcFirstLastPara="1" rIns="91425" wrap="square" tIns="45700">
            <a:noAutofit/>
          </a:bodyPr>
          <a:lstStyle/>
          <a:p>
            <a:pPr indent="0" lvl="0" marL="0" rtl="0" algn="l">
              <a:lnSpc>
                <a:spcPct val="94000"/>
              </a:lnSpc>
              <a:spcBef>
                <a:spcPts val="0"/>
              </a:spcBef>
              <a:spcAft>
                <a:spcPts val="0"/>
              </a:spcAft>
              <a:buClr>
                <a:schemeClr val="dk2"/>
              </a:buClr>
              <a:buSzPts val="1900"/>
              <a:buFont typeface="Noto Sans Symbols"/>
              <a:buNone/>
            </a:pPr>
            <a:r>
              <a:rPr b="1" lang="en-US">
                <a:solidFill>
                  <a:schemeClr val="dk2"/>
                </a:solidFill>
              </a:rPr>
              <a:t>Answering the Interview Questions</a:t>
            </a:r>
            <a:endParaRPr/>
          </a:p>
          <a:p>
            <a:pPr indent="0" lvl="0" marL="0" rtl="0" algn="l">
              <a:lnSpc>
                <a:spcPct val="94000"/>
              </a:lnSpc>
              <a:spcBef>
                <a:spcPts val="0"/>
              </a:spcBef>
              <a:spcAft>
                <a:spcPts val="0"/>
              </a:spcAft>
              <a:buClr>
                <a:schemeClr val="dk2"/>
              </a:buClr>
              <a:buSzPts val="1900"/>
              <a:buFont typeface="Noto Sans Symbols"/>
              <a:buNone/>
            </a:pPr>
            <a:r>
              <a:t/>
            </a:r>
            <a:endParaRPr sz="2000">
              <a:solidFill>
                <a:schemeClr val="dk2"/>
              </a:solidFill>
            </a:endParaRPr>
          </a:p>
          <a:p>
            <a:pPr indent="-342900" lvl="0" marL="342900" rtl="0" algn="l">
              <a:lnSpc>
                <a:spcPct val="94000"/>
              </a:lnSpc>
              <a:spcBef>
                <a:spcPts val="0"/>
              </a:spcBef>
              <a:spcAft>
                <a:spcPts val="0"/>
              </a:spcAft>
              <a:buClr>
                <a:schemeClr val="dk2"/>
              </a:buClr>
              <a:buSzPts val="1900"/>
              <a:buFont typeface="Noto Sans Symbols"/>
              <a:buChar char="❑"/>
            </a:pPr>
            <a:r>
              <a:rPr lang="en-US" sz="2000">
                <a:solidFill>
                  <a:schemeClr val="dk2"/>
                </a:solidFill>
              </a:rPr>
              <a:t>Another often missed opportunity in an interview is:</a:t>
            </a:r>
            <a:endParaRPr sz="2000"/>
          </a:p>
          <a:p>
            <a:pPr indent="-9650" lvl="1" marL="530352" rtl="0" algn="l">
              <a:lnSpc>
                <a:spcPct val="94000"/>
              </a:lnSpc>
              <a:spcBef>
                <a:spcPts val="700"/>
              </a:spcBef>
              <a:spcAft>
                <a:spcPts val="0"/>
              </a:spcAft>
              <a:buClr>
                <a:schemeClr val="dk2"/>
              </a:buClr>
              <a:buSzPts val="2000"/>
              <a:buFont typeface="Arial"/>
              <a:buNone/>
            </a:pPr>
            <a:r>
              <a:rPr b="1" lang="en-US" sz="2000">
                <a:solidFill>
                  <a:schemeClr val="dk2"/>
                </a:solidFill>
              </a:rPr>
              <a:t>	</a:t>
            </a:r>
            <a:r>
              <a:rPr b="1" i="1" lang="en-US" sz="2000">
                <a:solidFill>
                  <a:schemeClr val="dk2"/>
                </a:solidFill>
              </a:rPr>
              <a:t>“Tell us a little bit about yourself.”</a:t>
            </a:r>
            <a:endParaRPr/>
          </a:p>
          <a:p>
            <a:pPr indent="0" lvl="0" marL="0" rtl="0" algn="l">
              <a:lnSpc>
                <a:spcPct val="94000"/>
              </a:lnSpc>
              <a:spcBef>
                <a:spcPts val="1200"/>
              </a:spcBef>
              <a:spcAft>
                <a:spcPts val="0"/>
              </a:spcAft>
              <a:buClr>
                <a:schemeClr val="dk2"/>
              </a:buClr>
              <a:buSzPts val="2000"/>
              <a:buFont typeface="Noto Sans Symbols"/>
              <a:buNone/>
            </a:pPr>
            <a:r>
              <a:rPr lang="en-US" sz="2000">
                <a:solidFill>
                  <a:schemeClr val="dk2"/>
                </a:solidFill>
              </a:rPr>
              <a:t>With this question people often answer </a:t>
            </a:r>
            <a:r>
              <a:rPr i="1" lang="en-US" sz="2000">
                <a:solidFill>
                  <a:schemeClr val="dk2"/>
                </a:solidFill>
              </a:rPr>
              <a:t>personally</a:t>
            </a:r>
            <a:r>
              <a:rPr lang="en-US" sz="2000">
                <a:solidFill>
                  <a:schemeClr val="dk2"/>
                </a:solidFill>
              </a:rPr>
              <a:t> rather than </a:t>
            </a:r>
            <a:r>
              <a:rPr i="1" lang="en-US" sz="2000">
                <a:solidFill>
                  <a:schemeClr val="dk2"/>
                </a:solidFill>
              </a:rPr>
              <a:t>professionally.  </a:t>
            </a:r>
            <a:r>
              <a:rPr lang="en-US" sz="2000">
                <a:solidFill>
                  <a:schemeClr val="dk2"/>
                </a:solidFill>
              </a:rPr>
              <a:t>Of course the interviewer is trying to get a sense of your character, but they are interviewing for a colleague, not a friend.  </a:t>
            </a:r>
            <a:endParaRPr sz="2000"/>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Don’t forget the </a:t>
            </a:r>
            <a:r>
              <a:rPr i="1" lang="en-US" sz="2000">
                <a:solidFill>
                  <a:schemeClr val="dk2"/>
                </a:solidFill>
              </a:rPr>
              <a:t>real</a:t>
            </a:r>
            <a:r>
              <a:rPr lang="en-US" sz="2000">
                <a:solidFill>
                  <a:schemeClr val="dk2"/>
                </a:solidFill>
              </a:rPr>
              <a:t> question at the heart of </a:t>
            </a:r>
            <a:r>
              <a:rPr i="1" lang="en-US" sz="2000">
                <a:solidFill>
                  <a:schemeClr val="dk2"/>
                </a:solidFill>
              </a:rPr>
              <a:t>every</a:t>
            </a:r>
            <a:r>
              <a:rPr lang="en-US" sz="2000">
                <a:solidFill>
                  <a:schemeClr val="dk2"/>
                </a:solidFill>
              </a:rPr>
              <a:t> question:</a:t>
            </a:r>
            <a:endParaRPr sz="2000"/>
          </a:p>
          <a:p>
            <a:pPr indent="-9650" lvl="1" marL="530352" rtl="0" algn="l">
              <a:lnSpc>
                <a:spcPct val="94000"/>
              </a:lnSpc>
              <a:spcBef>
                <a:spcPts val="700"/>
              </a:spcBef>
              <a:spcAft>
                <a:spcPts val="0"/>
              </a:spcAft>
              <a:buClr>
                <a:schemeClr val="dk2"/>
              </a:buClr>
              <a:buSzPts val="2000"/>
              <a:buFont typeface="Arial"/>
              <a:buNone/>
            </a:pPr>
            <a:r>
              <a:rPr i="1" lang="en-US" sz="2000">
                <a:solidFill>
                  <a:schemeClr val="dk2"/>
                </a:solidFill>
              </a:rPr>
              <a:t>	“Are you the right person for this job?”</a:t>
            </a:r>
            <a:endParaRPr/>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How can we make the most out of the opportunity offered by this question? </a:t>
            </a:r>
            <a:endParaRPr sz="2000"/>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Consider that this is often the very first question asked.</a:t>
            </a:r>
            <a:endParaRPr/>
          </a:p>
          <a:p>
            <a:pPr indent="-342900" lvl="0" marL="342900" rtl="0" algn="l">
              <a:lnSpc>
                <a:spcPct val="94000"/>
              </a:lnSpc>
              <a:spcBef>
                <a:spcPts val="1200"/>
              </a:spcBef>
              <a:spcAft>
                <a:spcPts val="0"/>
              </a:spcAft>
              <a:buClr>
                <a:schemeClr val="dk2"/>
              </a:buClr>
              <a:buSzPts val="1900"/>
              <a:buFont typeface="Noto Sans Symbols"/>
              <a:buChar char="❑"/>
            </a:pPr>
            <a:r>
              <a:rPr lang="en-US" sz="2000">
                <a:solidFill>
                  <a:schemeClr val="dk2"/>
                </a:solidFill>
              </a:rPr>
              <a:t>Are there other questions that you can think of which are often missed opportunities?</a:t>
            </a:r>
            <a:endParaRPr/>
          </a:p>
          <a:p>
            <a:pPr indent="0" lvl="0" marL="0" rtl="0" algn="l">
              <a:lnSpc>
                <a:spcPct val="84000"/>
              </a:lnSpc>
              <a:spcBef>
                <a:spcPts val="0"/>
              </a:spcBef>
              <a:spcAft>
                <a:spcPts val="0"/>
              </a:spcAft>
              <a:buClr>
                <a:schemeClr val="dk2"/>
              </a:buClr>
              <a:buSzPts val="2800"/>
              <a:buFont typeface="Noto Sans Symbols"/>
              <a:buNone/>
            </a:pPr>
            <a:r>
              <a:t/>
            </a:r>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26"/>
          <p:cNvSpPr txBox="1"/>
          <p:nvPr>
            <p:ph type="title"/>
          </p:nvPr>
        </p:nvSpPr>
        <p:spPr>
          <a:xfrm>
            <a:off x="685800" y="2662076"/>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AT THE END OF THE INTERVIEW?</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idx="1" type="body"/>
          </p:nvPr>
        </p:nvSpPr>
        <p:spPr>
          <a:xfrm>
            <a:off x="457200" y="1614196"/>
            <a:ext cx="8229600" cy="4878679"/>
          </a:xfrm>
          <a:prstGeom prst="rect">
            <a:avLst/>
          </a:prstGeom>
          <a:noFill/>
          <a:ln>
            <a:noFill/>
          </a:ln>
        </p:spPr>
        <p:txBody>
          <a:bodyPr anchorCtr="0" anchor="t" bIns="45700" lIns="91425" spcFirstLastPara="1" rIns="91425" wrap="square" tIns="45700">
            <a:noAutofit/>
          </a:bodyPr>
          <a:lstStyle/>
          <a:p>
            <a:pPr indent="0" lvl="0" marL="0" rtl="0" algn="l">
              <a:lnSpc>
                <a:spcPct val="94000"/>
              </a:lnSpc>
              <a:spcBef>
                <a:spcPts val="0"/>
              </a:spcBef>
              <a:spcAft>
                <a:spcPts val="0"/>
              </a:spcAft>
              <a:buClr>
                <a:schemeClr val="dk2"/>
              </a:buClr>
              <a:buSzPts val="2800"/>
              <a:buFont typeface="Noto Sans Symbols"/>
              <a:buNone/>
            </a:pPr>
            <a:r>
              <a:rPr b="1" lang="en-US">
                <a:solidFill>
                  <a:schemeClr val="dk2"/>
                </a:solidFill>
              </a:rPr>
              <a:t>Asking Questions</a:t>
            </a:r>
            <a:endParaRPr/>
          </a:p>
          <a:p>
            <a:pPr indent="0" lvl="0" marL="0" rtl="0" algn="l">
              <a:lnSpc>
                <a:spcPct val="94000"/>
              </a:lnSpc>
              <a:spcBef>
                <a:spcPts val="0"/>
              </a:spcBef>
              <a:spcAft>
                <a:spcPts val="0"/>
              </a:spcAft>
              <a:buClr>
                <a:schemeClr val="dk2"/>
              </a:buClr>
              <a:buSzPts val="2800"/>
              <a:buFont typeface="Noto Sans Symbols"/>
              <a:buNone/>
            </a:pPr>
            <a:r>
              <a:t/>
            </a:r>
            <a:endParaRPr b="1">
              <a:solidFill>
                <a:schemeClr val="dk2"/>
              </a:solidFill>
            </a:endParaRPr>
          </a:p>
          <a:p>
            <a:pPr indent="0" lvl="0" marL="0" rtl="0" algn="l">
              <a:lnSpc>
                <a:spcPct val="94000"/>
              </a:lnSpc>
              <a:spcBef>
                <a:spcPts val="0"/>
              </a:spcBef>
              <a:spcAft>
                <a:spcPts val="0"/>
              </a:spcAft>
              <a:buClr>
                <a:schemeClr val="dk2"/>
              </a:buClr>
              <a:buSzPts val="2000"/>
              <a:buFont typeface="Noto Sans Symbols"/>
              <a:buNone/>
            </a:pPr>
            <a:r>
              <a:rPr b="1" lang="en-US" sz="2000">
                <a:solidFill>
                  <a:schemeClr val="dk2"/>
                </a:solidFill>
              </a:rPr>
              <a:t>Often at the end of an interview, you will be asked, “Do you have any questions?”</a:t>
            </a:r>
            <a:endParaRPr sz="2000"/>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Always try to ask a question </a:t>
            </a:r>
            <a:endParaRPr sz="2000"/>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Prepare some questions in advance, but you might also discover some new ones during the interview</a:t>
            </a:r>
            <a:endParaRPr sz="2000"/>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Be careful not to ask a prepared question that has already been answered in the interview as this implies you weren’t listening</a:t>
            </a:r>
            <a:endParaRPr/>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Why is this a good idea??</a:t>
            </a:r>
            <a:endParaRPr/>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1"/>
                </a:solidFill>
              </a:rPr>
              <a:t>What is the strategic opportunity this presents??</a:t>
            </a:r>
            <a:endParaRPr/>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What type of questions might you ask??</a:t>
            </a:r>
            <a:endParaRPr sz="2000"/>
          </a:p>
          <a:p>
            <a:pPr indent="0" lvl="0" marL="0" rtl="0" algn="l">
              <a:lnSpc>
                <a:spcPct val="84000"/>
              </a:lnSpc>
              <a:spcBef>
                <a:spcPts val="0"/>
              </a:spcBef>
              <a:spcAft>
                <a:spcPts val="0"/>
              </a:spcAft>
              <a:buClr>
                <a:schemeClr val="dk2"/>
              </a:buClr>
              <a:buSzPts val="2800"/>
              <a:buFont typeface="Noto Sans Symbols"/>
              <a:buNone/>
            </a:pPr>
            <a:r>
              <a:t/>
            </a:r>
            <a:endParaRPr/>
          </a:p>
        </p:txBody>
      </p:sp>
      <p:sp>
        <p:nvSpPr>
          <p:cNvPr id="212" name="Google Shape;212;p2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body"/>
          </p:nvPr>
        </p:nvSpPr>
        <p:spPr>
          <a:xfrm>
            <a:off x="457200" y="1679510"/>
            <a:ext cx="8229600" cy="4813365"/>
          </a:xfrm>
          <a:prstGeom prst="rect">
            <a:avLst/>
          </a:prstGeom>
          <a:noFill/>
          <a:ln>
            <a:noFill/>
          </a:ln>
        </p:spPr>
        <p:txBody>
          <a:bodyPr anchorCtr="0" anchor="t" bIns="45700" lIns="91425" spcFirstLastPara="1" rIns="91425" wrap="square" tIns="45700">
            <a:noAutofit/>
          </a:bodyPr>
          <a:lstStyle/>
          <a:p>
            <a:pPr indent="0" lvl="0" marL="0" rtl="0" algn="l">
              <a:lnSpc>
                <a:spcPct val="84000"/>
              </a:lnSpc>
              <a:spcBef>
                <a:spcPts val="0"/>
              </a:spcBef>
              <a:spcAft>
                <a:spcPts val="0"/>
              </a:spcAft>
              <a:buClr>
                <a:schemeClr val="dk2"/>
              </a:buClr>
              <a:buSzPts val="2800"/>
              <a:buFont typeface="Noto Sans Symbols"/>
              <a:buNone/>
            </a:pPr>
            <a:r>
              <a:rPr b="1" lang="en-US">
                <a:solidFill>
                  <a:schemeClr val="dk1"/>
                </a:solidFill>
              </a:rPr>
              <a:t>Closing the Interview</a:t>
            </a:r>
            <a:endParaRPr/>
          </a:p>
          <a:p>
            <a:pPr indent="0" lvl="0" marL="0" rtl="0" algn="l">
              <a:lnSpc>
                <a:spcPct val="84000"/>
              </a:lnSpc>
              <a:spcBef>
                <a:spcPts val="0"/>
              </a:spcBef>
              <a:spcAft>
                <a:spcPts val="0"/>
              </a:spcAft>
              <a:buClr>
                <a:schemeClr val="dk2"/>
              </a:buClr>
              <a:buSzPts val="2800"/>
              <a:buFont typeface="Noto Sans Symbols"/>
              <a:buNone/>
            </a:pPr>
            <a:r>
              <a:t/>
            </a:r>
            <a:endParaRPr/>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Ask when they expect a decision will be made</a:t>
            </a:r>
            <a:endParaRPr sz="2000"/>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Reiterate your interest </a:t>
            </a:r>
            <a:endParaRPr sz="2000"/>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Thank the interviewer for their time</a:t>
            </a:r>
            <a:endParaRPr sz="2000"/>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Exit with a professional handshake (if in person) and a smile, if it’s a virtual interview make sure you exit the meeting by ending the session.</a:t>
            </a:r>
            <a:endParaRPr sz="2000"/>
          </a:p>
          <a:p>
            <a:pPr indent="0" lvl="0" marL="0" rtl="0" algn="l">
              <a:lnSpc>
                <a:spcPct val="84000"/>
              </a:lnSpc>
              <a:spcBef>
                <a:spcPts val="0"/>
              </a:spcBef>
              <a:spcAft>
                <a:spcPts val="0"/>
              </a:spcAft>
              <a:buClr>
                <a:schemeClr val="dk2"/>
              </a:buClr>
              <a:buSzPts val="2800"/>
              <a:buFont typeface="Noto Sans Symbols"/>
              <a:buNone/>
            </a:pPr>
            <a:r>
              <a:t/>
            </a:r>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29"/>
          <p:cNvSpPr txBox="1"/>
          <p:nvPr>
            <p:ph type="title"/>
          </p:nvPr>
        </p:nvSpPr>
        <p:spPr>
          <a:xfrm>
            <a:off x="783771" y="2220687"/>
            <a:ext cx="7576457" cy="1360223"/>
          </a:xfrm>
          <a:prstGeom prst="rect">
            <a:avLst/>
          </a:prstGeom>
          <a:solidFill>
            <a:schemeClr val="lt1"/>
          </a:solidFill>
          <a:ln>
            <a:noFill/>
          </a:ln>
        </p:spPr>
        <p:txBody>
          <a:bodyPr anchorCtr="0" anchor="b" bIns="68550" lIns="68550" spcFirstLastPara="1" rIns="68550" wrap="square" tIns="68550">
            <a:noAutofit/>
          </a:bodyPr>
          <a:lstStyle/>
          <a:p>
            <a:pPr indent="0" lvl="0" marL="0" rtl="0" algn="ctr">
              <a:spcBef>
                <a:spcPts val="0"/>
              </a:spcBef>
              <a:spcAft>
                <a:spcPts val="0"/>
              </a:spcAft>
              <a:buNone/>
            </a:pPr>
            <a:r>
              <a:rPr lang="en-US" sz="4400"/>
              <a:t>AFTER THE INTERVIEW…? </a:t>
            </a:r>
            <a:endParaRPr sz="4400">
              <a:solidFill>
                <a:schemeClr val="lt1"/>
              </a:solidFill>
              <a:highlight>
                <a:srgbClr val="000000"/>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0"/>
          <p:cNvSpPr txBox="1"/>
          <p:nvPr>
            <p:ph idx="1" type="body"/>
          </p:nvPr>
        </p:nvSpPr>
        <p:spPr>
          <a:xfrm>
            <a:off x="457200" y="1418253"/>
            <a:ext cx="8229600" cy="4683968"/>
          </a:xfrm>
          <a:prstGeom prst="rect">
            <a:avLst/>
          </a:prstGeom>
          <a:noFill/>
          <a:ln>
            <a:noFill/>
          </a:ln>
        </p:spPr>
        <p:txBody>
          <a:bodyPr anchorCtr="0" anchor="t" bIns="45700" lIns="91425" spcFirstLastPara="1" rIns="91425" wrap="square" tIns="45700">
            <a:noAutofit/>
          </a:bodyPr>
          <a:lstStyle/>
          <a:p>
            <a:pPr indent="0" lvl="0" marL="0" rtl="0" algn="l">
              <a:lnSpc>
                <a:spcPct val="84000"/>
              </a:lnSpc>
              <a:spcBef>
                <a:spcPts val="0"/>
              </a:spcBef>
              <a:spcAft>
                <a:spcPts val="0"/>
              </a:spcAft>
              <a:buClr>
                <a:schemeClr val="dk2"/>
              </a:buClr>
              <a:buSzPts val="2800"/>
              <a:buFont typeface="Noto Sans Symbols"/>
              <a:buNone/>
            </a:pPr>
            <a:r>
              <a:rPr b="1" lang="en-US">
                <a:solidFill>
                  <a:schemeClr val="dk2"/>
                </a:solidFill>
              </a:rPr>
              <a:t>After the Interview</a:t>
            </a:r>
            <a:endParaRPr/>
          </a:p>
          <a:p>
            <a:pPr indent="0" lvl="0" marL="0" rtl="0" algn="l">
              <a:lnSpc>
                <a:spcPct val="84000"/>
              </a:lnSpc>
              <a:spcBef>
                <a:spcPts val="0"/>
              </a:spcBef>
              <a:spcAft>
                <a:spcPts val="0"/>
              </a:spcAft>
              <a:buClr>
                <a:schemeClr val="dk2"/>
              </a:buClr>
              <a:buSzPts val="2800"/>
              <a:buFont typeface="Noto Sans Symbols"/>
              <a:buNone/>
            </a:pPr>
            <a:r>
              <a:t/>
            </a:r>
            <a:endParaRPr b="1">
              <a:solidFill>
                <a:schemeClr val="dk2"/>
              </a:solidFill>
            </a:endParaRPr>
          </a:p>
          <a:p>
            <a:pPr indent="-342900" lvl="0" marL="342900" rtl="0" algn="l">
              <a:lnSpc>
                <a:spcPct val="94000"/>
              </a:lnSpc>
              <a:spcBef>
                <a:spcPts val="0"/>
              </a:spcBef>
              <a:spcAft>
                <a:spcPts val="0"/>
              </a:spcAft>
              <a:buClr>
                <a:schemeClr val="dk2"/>
              </a:buClr>
              <a:buSzPts val="2000"/>
              <a:buFont typeface="Noto Sans Symbols"/>
              <a:buChar char="❑"/>
            </a:pPr>
            <a:r>
              <a:rPr b="1" lang="en-US" sz="2000">
                <a:solidFill>
                  <a:schemeClr val="dk2"/>
                </a:solidFill>
              </a:rPr>
              <a:t>Make notes </a:t>
            </a:r>
            <a:r>
              <a:rPr lang="en-US" sz="2000">
                <a:solidFill>
                  <a:schemeClr val="dk2"/>
                </a:solidFill>
              </a:rPr>
              <a:t>– for this and other potential jobs</a:t>
            </a:r>
            <a:endParaRPr/>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Follow-up</a:t>
            </a:r>
            <a:r>
              <a:rPr lang="en-US" sz="2000">
                <a:solidFill>
                  <a:schemeClr val="dk2"/>
                </a:solidFill>
              </a:rPr>
              <a:t> regarding anything mentioned in the interview – references, certification details, etc.</a:t>
            </a:r>
            <a:endParaRPr/>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Most importantly, send a thank-you email </a:t>
            </a:r>
            <a:endParaRPr sz="2000"/>
          </a:p>
          <a:p>
            <a:pPr indent="-342900" lvl="1" marL="863600" rtl="0" algn="l">
              <a:lnSpc>
                <a:spcPct val="94000"/>
              </a:lnSpc>
              <a:spcBef>
                <a:spcPts val="700"/>
              </a:spcBef>
              <a:spcAft>
                <a:spcPts val="0"/>
              </a:spcAft>
              <a:buClr>
                <a:schemeClr val="dk2"/>
              </a:buClr>
              <a:buSzPts val="2000"/>
              <a:buFont typeface="Arial"/>
              <a:buChar char="•"/>
            </a:pPr>
            <a:r>
              <a:rPr i="1" lang="en-US" sz="2000">
                <a:solidFill>
                  <a:schemeClr val="dk2"/>
                </a:solidFill>
              </a:rPr>
              <a:t>ideally that refers back to a moment in the interview that you believe will help them recall you in a positive sense</a:t>
            </a:r>
            <a:endParaRPr sz="2000"/>
          </a:p>
          <a:p>
            <a:pPr indent="-342900" lvl="1" marL="863600" rtl="0" algn="l">
              <a:lnSpc>
                <a:spcPct val="94000"/>
              </a:lnSpc>
              <a:spcBef>
                <a:spcPts val="700"/>
              </a:spcBef>
              <a:spcAft>
                <a:spcPts val="0"/>
              </a:spcAft>
              <a:buClr>
                <a:schemeClr val="dk2"/>
              </a:buClr>
              <a:buSzPts val="2000"/>
              <a:buFont typeface="Arial"/>
              <a:buChar char="•"/>
            </a:pPr>
            <a:r>
              <a:rPr i="1" lang="en-US" sz="2000">
                <a:solidFill>
                  <a:schemeClr val="dk2"/>
                </a:solidFill>
              </a:rPr>
              <a:t>an opportunity to maintain contact and refresh their memory of you should not be wasted </a:t>
            </a:r>
            <a:endParaRPr sz="2000">
              <a:solidFill>
                <a:schemeClr val="dk2"/>
              </a:solidFill>
            </a:endParaRPr>
          </a:p>
          <a:p>
            <a:pPr indent="-342900" lvl="0" marL="342900" rtl="0" algn="l">
              <a:lnSpc>
                <a:spcPct val="94000"/>
              </a:lnSpc>
              <a:spcBef>
                <a:spcPts val="1200"/>
              </a:spcBef>
              <a:spcAft>
                <a:spcPts val="0"/>
              </a:spcAft>
              <a:buClr>
                <a:schemeClr val="dk2"/>
              </a:buClr>
              <a:buSzPts val="2000"/>
              <a:buFont typeface="Noto Sans Symbols"/>
              <a:buChar char="❑"/>
            </a:pPr>
            <a:r>
              <a:rPr lang="en-US" sz="2000">
                <a:solidFill>
                  <a:schemeClr val="dk2"/>
                </a:solidFill>
              </a:rPr>
              <a:t>If it turns out you have not been selected, request feedback regarding the interview and your application so that you may improve your results with them or another employer next time.</a:t>
            </a:r>
            <a:endParaRPr sz="2000"/>
          </a:p>
          <a:p>
            <a:pPr indent="0" lvl="0" marL="0" rtl="0" algn="l">
              <a:lnSpc>
                <a:spcPct val="84000"/>
              </a:lnSpc>
              <a:spcBef>
                <a:spcPts val="0"/>
              </a:spcBef>
              <a:spcAft>
                <a:spcPts val="0"/>
              </a:spcAft>
              <a:buClr>
                <a:schemeClr val="dk2"/>
              </a:buClr>
              <a:buSzPts val="2800"/>
              <a:buFont typeface="Noto Sans Symbols"/>
              <a:buNone/>
            </a:pPr>
            <a:r>
              <a:t/>
            </a:r>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3" name="Shape 233"/>
        <p:cNvGrpSpPr/>
        <p:nvPr/>
      </p:nvGrpSpPr>
      <p:grpSpPr>
        <a:xfrm>
          <a:off x="0" y="0"/>
          <a:ext cx="0" cy="0"/>
          <a:chOff x="0" y="0"/>
          <a:chExt cx="0" cy="0"/>
        </a:xfrm>
      </p:grpSpPr>
      <p:sp>
        <p:nvSpPr>
          <p:cNvPr id="234" name="Google Shape;234;p31"/>
          <p:cNvSpPr txBox="1"/>
          <p:nvPr>
            <p:ph type="title"/>
          </p:nvPr>
        </p:nvSpPr>
        <p:spPr>
          <a:xfrm>
            <a:off x="685800" y="2747962"/>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WHAT COULD GO WRONG???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idx="1" type="body"/>
          </p:nvPr>
        </p:nvSpPr>
        <p:spPr>
          <a:xfrm>
            <a:off x="457200" y="1567543"/>
            <a:ext cx="8229600" cy="4413380"/>
          </a:xfrm>
          <a:prstGeom prst="rect">
            <a:avLst/>
          </a:prstGeom>
          <a:noFill/>
          <a:ln>
            <a:noFill/>
          </a:ln>
        </p:spPr>
        <p:txBody>
          <a:bodyPr anchorCtr="0" anchor="t" bIns="45700" lIns="91425" spcFirstLastPara="1" rIns="91425" wrap="square" tIns="45700">
            <a:noAutofit/>
          </a:bodyPr>
          <a:lstStyle/>
          <a:p>
            <a:pPr indent="0" lvl="0" marL="0" rtl="0" algn="l">
              <a:lnSpc>
                <a:spcPct val="84000"/>
              </a:lnSpc>
              <a:spcBef>
                <a:spcPts val="0"/>
              </a:spcBef>
              <a:spcAft>
                <a:spcPts val="0"/>
              </a:spcAft>
              <a:buClr>
                <a:schemeClr val="dk2"/>
              </a:buClr>
              <a:buSzPts val="2800"/>
              <a:buFont typeface="Noto Sans Symbols"/>
              <a:buNone/>
            </a:pPr>
            <a:r>
              <a:rPr b="1" lang="en-US">
                <a:solidFill>
                  <a:schemeClr val="dk1"/>
                </a:solidFill>
              </a:rPr>
              <a:t>Common Mistakes</a:t>
            </a:r>
            <a:endParaRPr/>
          </a:p>
          <a:p>
            <a:pPr indent="0" lvl="0" marL="0" rtl="0" algn="l">
              <a:lnSpc>
                <a:spcPct val="84000"/>
              </a:lnSpc>
              <a:spcBef>
                <a:spcPts val="0"/>
              </a:spcBef>
              <a:spcAft>
                <a:spcPts val="0"/>
              </a:spcAft>
              <a:buClr>
                <a:schemeClr val="dk2"/>
              </a:buClr>
              <a:buSzPts val="2800"/>
              <a:buFont typeface="Noto Sans Symbols"/>
              <a:buNone/>
            </a:pPr>
            <a:r>
              <a:t/>
            </a:r>
            <a:endParaRPr b="1">
              <a:solidFill>
                <a:schemeClr val="dk1"/>
              </a:solidFill>
            </a:endParaRPr>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Not researching the company</a:t>
            </a:r>
            <a:endParaRPr/>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Poor Internet connection, poor video quality, noisy, messy…</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Not practicing for the interview – out loud</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Not having questions for the interviewer</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Poor communication or body language</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Criticizing former employers – company, managers, co-workers</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Being too passive, lacking interest or passion</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Overemphasizing money</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Being late</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Not knowing how to close an interview or a question</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Failing to follow-up after the interview</a:t>
            </a:r>
            <a:endParaRPr sz="2000"/>
          </a:p>
          <a:p>
            <a:pPr indent="-342900" lvl="0" marL="342900" rtl="0" algn="l">
              <a:lnSpc>
                <a:spcPct val="94000"/>
              </a:lnSpc>
              <a:spcBef>
                <a:spcPts val="0"/>
              </a:spcBef>
              <a:spcAft>
                <a:spcPts val="0"/>
              </a:spcAft>
              <a:buClr>
                <a:schemeClr val="dk2"/>
              </a:buClr>
              <a:buSzPts val="2000"/>
              <a:buFont typeface="Noto Sans Symbols"/>
              <a:buChar char="❑"/>
            </a:pPr>
            <a:r>
              <a:rPr lang="en-US" sz="2000">
                <a:solidFill>
                  <a:schemeClr val="dk2"/>
                </a:solidFill>
              </a:rPr>
              <a:t>Improper dress or sloppy appearance</a:t>
            </a:r>
            <a:endParaRPr sz="2000"/>
          </a:p>
          <a:p>
            <a:pPr indent="0" lvl="0" marL="0" rtl="0" algn="l">
              <a:lnSpc>
                <a:spcPct val="84000"/>
              </a:lnSpc>
              <a:spcBef>
                <a:spcPts val="0"/>
              </a:spcBef>
              <a:spcAft>
                <a:spcPts val="0"/>
              </a:spcAft>
              <a:buClr>
                <a:schemeClr val="dk2"/>
              </a:buClr>
              <a:buSzPts val="2800"/>
              <a:buFont typeface="Noto Sans Symbols"/>
              <a:buNone/>
            </a:pPr>
            <a:r>
              <a:t/>
            </a:r>
            <a:endParaRPr b="1">
              <a:solidFill>
                <a:schemeClr val="dk1"/>
              </a:solidFil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33"/>
          <p:cNvSpPr txBox="1"/>
          <p:nvPr>
            <p:ph idx="1" type="body"/>
          </p:nvPr>
        </p:nvSpPr>
        <p:spPr>
          <a:xfrm>
            <a:off x="573088" y="4019550"/>
            <a:ext cx="7210425" cy="857250"/>
          </a:xfrm>
          <a:prstGeom prst="rect">
            <a:avLst/>
          </a:prstGeom>
          <a:noFill/>
          <a:ln>
            <a:noFill/>
          </a:ln>
        </p:spPr>
        <p:txBody>
          <a:bodyPr anchorCtr="0" anchor="t" bIns="68550" lIns="68550" spcFirstLastPara="1" rIns="68550" wrap="square" tIns="68550">
            <a:noAutofit/>
          </a:bodyPr>
          <a:lstStyle/>
          <a:p>
            <a:pPr indent="0" lvl="0" marL="0" rtl="0" algn="r">
              <a:spcBef>
                <a:spcPts val="0"/>
              </a:spcBef>
              <a:spcAft>
                <a:spcPts val="0"/>
              </a:spcAft>
              <a:buSzPts val="2000"/>
              <a:buNone/>
            </a:pPr>
            <a:r>
              <a:rPr lang="en-US" u="sng">
                <a:solidFill>
                  <a:schemeClr val="hlink"/>
                </a:solidFill>
                <a:hlinkClick r:id="rId3"/>
              </a:rPr>
              <a:t>https://www.dailymotion.com/video/x2p4z02</a:t>
            </a:r>
            <a:endParaRPr/>
          </a:p>
          <a:p>
            <a:pPr indent="0" lvl="0" marL="0" rtl="0" algn="r">
              <a:spcBef>
                <a:spcPts val="0"/>
              </a:spcBef>
              <a:spcAft>
                <a:spcPts val="0"/>
              </a:spcAft>
              <a:buSzPts val="2000"/>
              <a:buNone/>
            </a:pPr>
            <a:r>
              <a:t/>
            </a:r>
            <a:endParaRPr/>
          </a:p>
        </p:txBody>
      </p:sp>
      <p:sp>
        <p:nvSpPr>
          <p:cNvPr id="246" name="Google Shape;246;p33"/>
          <p:cNvSpPr txBox="1"/>
          <p:nvPr>
            <p:ph type="title"/>
          </p:nvPr>
        </p:nvSpPr>
        <p:spPr>
          <a:xfrm>
            <a:off x="685800" y="1943618"/>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sz="4400"/>
              <a:t>WITH PRACTICE AND SELF-AWARENESS, IT COULD GO VERY WELL!</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34"/>
          <p:cNvSpPr txBox="1"/>
          <p:nvPr>
            <p:ph type="title"/>
          </p:nvPr>
        </p:nvSpPr>
        <p:spPr>
          <a:xfrm>
            <a:off x="685800" y="1943618"/>
            <a:ext cx="7772400" cy="1362075"/>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None/>
            </a:pPr>
            <a:br>
              <a:rPr lang="en-US" sz="4400"/>
            </a:br>
            <a:r>
              <a:rPr lang="en-US" sz="4400"/>
              <a:t>TYPES OF VIRTUAL INTERVIEWS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lnSpc>
                <a:spcPct val="94000"/>
              </a:lnSpc>
              <a:spcBef>
                <a:spcPts val="0"/>
              </a:spcBef>
              <a:spcAft>
                <a:spcPts val="0"/>
              </a:spcAft>
              <a:buClr>
                <a:schemeClr val="dk2"/>
              </a:buClr>
              <a:buSzPts val="2800"/>
              <a:buFont typeface="Noto Sans Symbols"/>
              <a:buNone/>
            </a:pPr>
            <a:r>
              <a:rPr b="1" lang="en-US">
                <a:solidFill>
                  <a:schemeClr val="dk2"/>
                </a:solidFill>
              </a:rPr>
              <a:t>Types of  Virtual Interviews:</a:t>
            </a:r>
            <a:endParaRPr b="1" sz="1200">
              <a:solidFill>
                <a:schemeClr val="dk2"/>
              </a:solidFill>
            </a:endParaRPr>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Pre-recorded Interviews</a:t>
            </a:r>
            <a:endParaRPr b="1" sz="2000"/>
          </a:p>
          <a:p>
            <a:pPr indent="-285750" lvl="1" marL="742950" rtl="0" algn="l">
              <a:spcBef>
                <a:spcPts val="500"/>
              </a:spcBef>
              <a:spcAft>
                <a:spcPts val="0"/>
              </a:spcAft>
              <a:buSzPts val="2000"/>
              <a:buFont typeface="Arial"/>
              <a:buChar char="•"/>
            </a:pPr>
            <a:r>
              <a:rPr lang="en-US" sz="2000">
                <a:solidFill>
                  <a:schemeClr val="dk1"/>
                </a:solidFill>
              </a:rPr>
              <a:t>One-way interaction with the camera </a:t>
            </a:r>
            <a:endParaRPr/>
          </a:p>
          <a:p>
            <a:pPr indent="-285750" lvl="1" marL="742950" rtl="0" algn="l">
              <a:spcBef>
                <a:spcPts val="1000"/>
              </a:spcBef>
              <a:spcAft>
                <a:spcPts val="0"/>
              </a:spcAft>
              <a:buSzPts val="2000"/>
              <a:buFont typeface="Arial"/>
              <a:buChar char="•"/>
            </a:pPr>
            <a:r>
              <a:rPr lang="en-US" sz="2000">
                <a:solidFill>
                  <a:schemeClr val="dk1"/>
                </a:solidFill>
              </a:rPr>
              <a:t>Review the recording software used for the interview</a:t>
            </a:r>
            <a:endParaRPr/>
          </a:p>
          <a:p>
            <a:pPr indent="-285750" lvl="1" marL="742950" rtl="0" algn="l">
              <a:spcBef>
                <a:spcPts val="1000"/>
              </a:spcBef>
              <a:spcAft>
                <a:spcPts val="0"/>
              </a:spcAft>
              <a:buSzPts val="2000"/>
              <a:buFont typeface="Arial"/>
              <a:buChar char="•"/>
            </a:pPr>
            <a:r>
              <a:rPr lang="en-US" sz="2000">
                <a:solidFill>
                  <a:schemeClr val="dk1"/>
                </a:solidFill>
              </a:rPr>
              <a:t>Responses to pre-set interview questions are recorded and sent to the recruiter</a:t>
            </a:r>
            <a:endParaRPr/>
          </a:p>
          <a:p>
            <a:pPr indent="-342900" lvl="0" marL="342900" rtl="0" algn="l">
              <a:lnSpc>
                <a:spcPct val="94000"/>
              </a:lnSpc>
              <a:spcBef>
                <a:spcPts val="1700"/>
              </a:spcBef>
              <a:spcAft>
                <a:spcPts val="0"/>
              </a:spcAft>
              <a:buClr>
                <a:schemeClr val="dk2"/>
              </a:buClr>
              <a:buSzPts val="2000"/>
              <a:buFont typeface="Noto Sans Symbols"/>
              <a:buChar char="❑"/>
            </a:pPr>
            <a:r>
              <a:rPr b="1" lang="en-US" sz="2000">
                <a:solidFill>
                  <a:schemeClr val="dk2"/>
                </a:solidFill>
              </a:rPr>
              <a:t>Live Video Interviews</a:t>
            </a:r>
            <a:endParaRPr b="1" sz="2000"/>
          </a:p>
          <a:p>
            <a:pPr indent="-285750" lvl="1" marL="742950" rtl="0" algn="l">
              <a:spcBef>
                <a:spcPts val="500"/>
              </a:spcBef>
              <a:spcAft>
                <a:spcPts val="0"/>
              </a:spcAft>
              <a:buSzPts val="2000"/>
              <a:buFont typeface="Arial"/>
              <a:buChar char="•"/>
            </a:pPr>
            <a:r>
              <a:rPr lang="en-US" sz="2000">
                <a:solidFill>
                  <a:schemeClr val="dk1"/>
                </a:solidFill>
              </a:rPr>
              <a:t>Two-way, real-time interaction with the interviewer </a:t>
            </a:r>
            <a:endParaRPr/>
          </a:p>
          <a:p>
            <a:pPr indent="-285750" lvl="1" marL="742950" rtl="0" algn="l">
              <a:spcBef>
                <a:spcPts val="1000"/>
              </a:spcBef>
              <a:spcAft>
                <a:spcPts val="0"/>
              </a:spcAft>
              <a:buSzPts val="2000"/>
              <a:buFont typeface="Arial"/>
              <a:buChar char="•"/>
            </a:pPr>
            <a:r>
              <a:rPr lang="en-US" sz="2000">
                <a:solidFill>
                  <a:schemeClr val="dk1"/>
                </a:solidFill>
              </a:rPr>
              <a:t>Review the conferencing software used for the interview</a:t>
            </a:r>
            <a:endParaRPr/>
          </a:p>
          <a:p>
            <a:pPr indent="-285750" lvl="1" marL="742950" rtl="0" algn="l">
              <a:spcBef>
                <a:spcPts val="1000"/>
              </a:spcBef>
              <a:spcAft>
                <a:spcPts val="0"/>
              </a:spcAft>
              <a:buSzPts val="2000"/>
              <a:buFont typeface="Arial"/>
              <a:buChar char="•"/>
            </a:pPr>
            <a:r>
              <a:rPr lang="en-US" sz="2000">
                <a:solidFill>
                  <a:schemeClr val="dk1"/>
                </a:solidFill>
              </a:rPr>
              <a:t>Questions are asked directly by the interviewer </a:t>
            </a:r>
            <a:endParaRPr/>
          </a:p>
          <a:p>
            <a:pPr indent="-609600" lvl="0" marL="609600" rtl="0" algn="l">
              <a:spcBef>
                <a:spcPts val="1200"/>
              </a:spcBef>
              <a:spcAft>
                <a:spcPts val="0"/>
              </a:spcAft>
              <a:buSzPts val="2800"/>
              <a:buFont typeface="Noto Sans Symbols"/>
              <a:buNone/>
            </a:pPr>
            <a:r>
              <a:t/>
            </a:r>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body"/>
          </p:nvPr>
        </p:nvSpPr>
        <p:spPr>
          <a:xfrm>
            <a:off x="457200" y="1077686"/>
            <a:ext cx="8229600" cy="5486400"/>
          </a:xfrm>
          <a:prstGeom prst="rect">
            <a:avLst/>
          </a:prstGeom>
          <a:noFill/>
          <a:ln>
            <a:noFill/>
          </a:ln>
        </p:spPr>
        <p:txBody>
          <a:bodyPr anchorCtr="0" anchor="t" bIns="45700" lIns="91425" spcFirstLastPara="1" rIns="91425" wrap="square" tIns="45700">
            <a:noAutofit/>
          </a:bodyPr>
          <a:lstStyle/>
          <a:p>
            <a:pPr indent="0" lvl="0" marL="0" rtl="0" algn="l">
              <a:lnSpc>
                <a:spcPct val="94000"/>
              </a:lnSpc>
              <a:spcBef>
                <a:spcPts val="0"/>
              </a:spcBef>
              <a:spcAft>
                <a:spcPts val="0"/>
              </a:spcAft>
              <a:buClr>
                <a:schemeClr val="dk2"/>
              </a:buClr>
              <a:buSzPts val="2000"/>
              <a:buFont typeface="Noto Sans Symbols"/>
              <a:buNone/>
            </a:pPr>
            <a:r>
              <a:rPr b="1" lang="en-US" sz="2000">
                <a:solidFill>
                  <a:schemeClr val="dk2"/>
                </a:solidFill>
              </a:rPr>
              <a:t>Preparing for Virtual Pre-recorded and Live Video Interviews:</a:t>
            </a:r>
            <a:endParaRPr/>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Research the Company</a:t>
            </a:r>
            <a:endParaRPr/>
          </a:p>
          <a:p>
            <a:pPr indent="-285750" lvl="1" marL="742950" rtl="0" algn="l">
              <a:lnSpc>
                <a:spcPct val="94000"/>
              </a:lnSpc>
              <a:spcBef>
                <a:spcPts val="1200"/>
              </a:spcBef>
              <a:spcAft>
                <a:spcPts val="0"/>
              </a:spcAft>
              <a:buClr>
                <a:schemeClr val="dk2"/>
              </a:buClr>
              <a:buSzPts val="2000"/>
              <a:buFont typeface="Arial"/>
              <a:buChar char="•"/>
            </a:pPr>
            <a:r>
              <a:rPr b="1" lang="en-US" sz="1600">
                <a:solidFill>
                  <a:schemeClr val="dk2"/>
                </a:solidFill>
              </a:rPr>
              <a:t> </a:t>
            </a:r>
            <a:r>
              <a:rPr lang="en-US" sz="2000">
                <a:solidFill>
                  <a:schemeClr val="dk2"/>
                </a:solidFill>
              </a:rPr>
              <a:t>Same as an in person interview, refer to slide 12</a:t>
            </a:r>
            <a:endParaRPr sz="2000">
              <a:solidFill>
                <a:schemeClr val="dk1"/>
              </a:solidFill>
            </a:endParaRPr>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Test your Technology</a:t>
            </a:r>
            <a:endParaRPr b="1" sz="2000"/>
          </a:p>
          <a:p>
            <a:pPr indent="-393700" lvl="1" marL="914400" rtl="0" algn="l">
              <a:lnSpc>
                <a:spcPct val="94000"/>
              </a:lnSpc>
              <a:spcBef>
                <a:spcPts val="700"/>
              </a:spcBef>
              <a:spcAft>
                <a:spcPts val="0"/>
              </a:spcAft>
              <a:buClr>
                <a:schemeClr val="dk2"/>
              </a:buClr>
              <a:buSzPts val="2000"/>
              <a:buFont typeface="Arial"/>
              <a:buChar char="•"/>
            </a:pPr>
            <a:r>
              <a:rPr lang="en-US" sz="2000">
                <a:solidFill>
                  <a:schemeClr val="dk2"/>
                </a:solidFill>
              </a:rPr>
              <a:t>Prepare your space by testing the lighting and background of where you will be sitting, test audio (head phones) and video</a:t>
            </a:r>
            <a:endParaRPr/>
          </a:p>
          <a:p>
            <a:pPr indent="-393700" lvl="1" marL="914400" rtl="0" algn="l">
              <a:lnSpc>
                <a:spcPct val="94000"/>
              </a:lnSpc>
              <a:spcBef>
                <a:spcPts val="700"/>
              </a:spcBef>
              <a:spcAft>
                <a:spcPts val="0"/>
              </a:spcAft>
              <a:buClr>
                <a:schemeClr val="dk2"/>
              </a:buClr>
              <a:buSzPts val="2000"/>
              <a:buFont typeface="Arial"/>
              <a:buChar char="•"/>
            </a:pPr>
            <a:r>
              <a:rPr lang="en-US" sz="2000">
                <a:solidFill>
                  <a:schemeClr val="dk2"/>
                </a:solidFill>
              </a:rPr>
              <a:t>Ensure you have a reliable internet connection</a:t>
            </a:r>
            <a:endParaRPr/>
          </a:p>
          <a:p>
            <a:pPr indent="-393700" lvl="1" marL="914400" rtl="0" algn="l">
              <a:lnSpc>
                <a:spcPct val="94000"/>
              </a:lnSpc>
              <a:spcBef>
                <a:spcPts val="700"/>
              </a:spcBef>
              <a:spcAft>
                <a:spcPts val="0"/>
              </a:spcAft>
              <a:buClr>
                <a:schemeClr val="dk2"/>
              </a:buClr>
              <a:buSzPts val="2000"/>
              <a:buFont typeface="Arial"/>
              <a:buChar char="•"/>
            </a:pPr>
            <a:r>
              <a:rPr lang="en-US" sz="2000">
                <a:solidFill>
                  <a:schemeClr val="dk2"/>
                </a:solidFill>
              </a:rPr>
              <a:t>Test the platform you will be using to connect</a:t>
            </a:r>
            <a:endParaRPr/>
          </a:p>
          <a:p>
            <a:pPr indent="-342900" lvl="0" marL="342900" rtl="0" algn="l">
              <a:lnSpc>
                <a:spcPct val="94000"/>
              </a:lnSpc>
              <a:spcBef>
                <a:spcPts val="1200"/>
              </a:spcBef>
              <a:spcAft>
                <a:spcPts val="0"/>
              </a:spcAft>
              <a:buClr>
                <a:schemeClr val="dk2"/>
              </a:buClr>
              <a:buSzPts val="2000"/>
              <a:buFont typeface="Noto Sans Symbols"/>
              <a:buChar char="❑"/>
            </a:pPr>
            <a:r>
              <a:rPr b="1" lang="en-US" sz="2000">
                <a:solidFill>
                  <a:schemeClr val="dk2"/>
                </a:solidFill>
              </a:rPr>
              <a:t>Look the Part</a:t>
            </a:r>
            <a:endParaRPr b="1" sz="2000"/>
          </a:p>
          <a:p>
            <a:pPr indent="-393700" lvl="1" marL="914400" rtl="0" algn="l">
              <a:lnSpc>
                <a:spcPct val="94000"/>
              </a:lnSpc>
              <a:spcBef>
                <a:spcPts val="700"/>
              </a:spcBef>
              <a:spcAft>
                <a:spcPts val="0"/>
              </a:spcAft>
              <a:buClr>
                <a:schemeClr val="dk2"/>
              </a:buClr>
              <a:buSzPts val="2000"/>
              <a:buFont typeface="Arial"/>
              <a:buChar char="•"/>
            </a:pPr>
            <a:r>
              <a:rPr lang="en-US" sz="2000">
                <a:solidFill>
                  <a:schemeClr val="dk1"/>
                </a:solidFill>
              </a:rPr>
              <a:t>Dress the same way you would for an in-person interview</a:t>
            </a:r>
            <a:endParaRPr/>
          </a:p>
          <a:p>
            <a:pPr indent="-342900" lvl="0" marL="342900" rtl="0" algn="l">
              <a:spcBef>
                <a:spcPts val="500"/>
              </a:spcBef>
              <a:spcAft>
                <a:spcPts val="0"/>
              </a:spcAft>
              <a:buClr>
                <a:schemeClr val="dk1"/>
              </a:buClr>
              <a:buSzPts val="2000"/>
              <a:buFont typeface="Noto Sans Symbols"/>
              <a:buChar char="❑"/>
            </a:pPr>
            <a:r>
              <a:rPr b="1" lang="en-US" sz="2000">
                <a:solidFill>
                  <a:schemeClr val="dk1"/>
                </a:solidFill>
              </a:rPr>
              <a:t>Actively Engage</a:t>
            </a:r>
            <a:endParaRPr/>
          </a:p>
          <a:p>
            <a:pPr indent="-285750" lvl="1" marL="742950" rtl="0" algn="l">
              <a:spcBef>
                <a:spcPts val="1000"/>
              </a:spcBef>
              <a:spcAft>
                <a:spcPts val="0"/>
              </a:spcAft>
              <a:buClr>
                <a:schemeClr val="dk1"/>
              </a:buClr>
              <a:buSzPts val="2000"/>
              <a:buFont typeface="Arial"/>
              <a:buChar char="•"/>
            </a:pPr>
            <a:r>
              <a:rPr lang="en-US" sz="2000">
                <a:solidFill>
                  <a:schemeClr val="dk1"/>
                </a:solidFill>
              </a:rPr>
              <a:t>By nodding your head in response, displaying enthusiasm in your responses, make eye contact and smile on camera the same way you would if you were interviewing in-person </a:t>
            </a:r>
            <a:endParaRPr b="1" sz="2000">
              <a:solidFill>
                <a:schemeClr val="dk1"/>
              </a:solidFill>
            </a:endParaRPr>
          </a:p>
          <a:p>
            <a:pPr indent="-609600" lvl="0" marL="609600" rtl="0" algn="l">
              <a:spcBef>
                <a:spcPts val="1200"/>
              </a:spcBef>
              <a:spcAft>
                <a:spcPts val="0"/>
              </a:spcAft>
              <a:buSzPts val="2800"/>
              <a:buFont typeface="Noto Sans Symbols"/>
              <a:buNone/>
            </a:pPr>
            <a:r>
              <a:t/>
            </a:r>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2008-02-14T00:02:49Z</dcterms:created>
  <dc:creator>George Brown College;Centre for Arts &amp; Design</dc:creator>
</cp:coreProperties>
</file>