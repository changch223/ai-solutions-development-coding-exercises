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72" r:id="rId2"/>
    <p:sldId id="273" r:id="rId3"/>
    <p:sldId id="258" r:id="rId4"/>
    <p:sldId id="281" r:id="rId5"/>
    <p:sldId id="702" r:id="rId6"/>
    <p:sldId id="474" r:id="rId7"/>
    <p:sldId id="712" r:id="rId8"/>
    <p:sldId id="711" r:id="rId9"/>
    <p:sldId id="714" r:id="rId10"/>
    <p:sldId id="71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2FE31-2070-D1D8-A34E-F9DB0AA9A729}" v="390" dt="2020-12-26T15:18:39.115"/>
    <p1510:client id="{045A4965-B513-6B71-45A6-B68B6AFE84A0}" v="67" dt="2020-12-26T20:30:46.896"/>
    <p1510:client id="{2F685D47-1B98-2E9E-44E9-38F2D014CAAC}" v="22" dt="2020-12-28T15:26:16.614"/>
    <p1510:client id="{35654BA6-5BEF-6AC8-F037-00942082F9B2}" v="462" dt="2021-02-01T16:53:52.378"/>
    <p1510:client id="{4687724C-769A-535A-BE5E-08839305FA50}" v="5582" dt="2020-12-27T20:13:39.224"/>
    <p1510:client id="{51E3BD4C-B373-0951-C494-FB7E86FF0635}" v="2429" dt="2020-12-29T23:03:22.866"/>
    <p1510:client id="{5465CEFE-2D65-ED3F-442B-E74DF3DBF3B0}" v="613" dt="2020-12-23T23:53:09.940"/>
    <p1510:client id="{6EDD098B-35C3-5989-B456-8A16B3F62661}" v="1196" dt="2021-08-12T01:36:18.715"/>
    <p1510:client id="{70223C47-8670-9B15-A461-042D2F1DE4F7}" v="7422" dt="2020-12-31T14:25:20.982"/>
    <p1510:client id="{754A752B-A398-7C33-B6DC-89A0654AD307}" v="1138" dt="2020-12-30T13:10:01.288"/>
    <p1510:client id="{82ABAE2D-A526-4624-91EE-FBA7FD5F51E0}" v="9" dt="2020-12-23T22:41:08.207"/>
    <p1510:client id="{833B2A7B-9300-4EA2-8210-2D0A9B9B25DD}" v="1593" dt="2021-07-28T22:35:54.676"/>
    <p1510:client id="{8E84836B-A664-F3EF-DC3A-3E96F1048313}" v="881" dt="2021-08-11T12:13:44.158"/>
    <p1510:client id="{8F696AE0-6236-8D1E-3618-87162776C622}" v="5712" dt="2021-01-01T00:07:13.795"/>
    <p1510:client id="{9A177FFB-FB64-37AF-17C7-CCEC2C193DFF}" v="4481" dt="2020-12-29T13:20:50.336"/>
    <p1510:client id="{A36523BF-6232-EDAB-AA7A-65E51884668E}" v="2005" dt="2021-08-09T16:44:23.968"/>
    <p1510:client id="{ABA6C69F-305D-B000-E14F-B8292AB106A7}" v="1" dt="2021-05-10T21:46:45.388"/>
    <p1510:client id="{AF17A244-26C3-938F-8A56-3031FB598BC3}" v="1658" dt="2021-07-28T13:49:19.111"/>
    <p1510:client id="{B4F8CEB5-E72C-8A8D-D25E-09B41B53A554}" v="6468" dt="2020-12-28T22:37:18.221"/>
    <p1510:client id="{B501BB9F-207A-B000-E14F-BD930A8D43C4}" v="68" dt="2021-04-04T17:30:56.897"/>
    <p1510:client id="{B537A4A3-B997-E4C8-F16C-A35024FDFCFE}" v="30" dt="2021-03-03T13:37:16.275"/>
    <p1510:client id="{BE1DA51E-1529-2F74-3E43-FD94855CF7D5}" v="818" dt="2021-08-13T15:28:36.138"/>
    <p1510:client id="{BFCC33F5-A2A8-BF5A-17D5-F17D4FA07FD2}" v="173" dt="2021-08-16T15:21:45.187"/>
    <p1510:client id="{C2F04716-BDFB-72E1-8E0B-591BAC2A83A6}" v="1704" dt="2020-12-25T23:07:35.464"/>
    <p1510:client id="{C413B264-8D43-A9BB-C85E-7F30A00A6453}" v="3644" dt="2020-12-26T15:02:32.673"/>
    <p1510:client id="{C552E5C9-89A9-5AE8-628E-6D0DD8066444}" v="3550" dt="2020-12-26T20:12:43.454"/>
    <p1510:client id="{E4379962-602B-8136-7CD4-993790D1ED49}" v="260" dt="2021-08-06T15:20:18.221"/>
    <p1510:client id="{E99E3E81-DD39-42E1-119C-BEBA76767C08}" v="1873" dt="2021-05-05T19:32:56.526"/>
    <p1510:client id="{EEA48660-AA1B-91BB-E26D-170DFD720CF2}" v="1126" dt="2021-08-11T13:37:29.8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3CC2D-0AF9-4166-9DD0-52A258A6A029}" type="datetimeFigureOut">
              <a:rPr lang="en-US"/>
              <a:t>8/16/2021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C3283C-2CD9-4321-9FBB-684AE41D5162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3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7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070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47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4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9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6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89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96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92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1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0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8/16/2021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08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https:/www.ownml.co/machine-learning-canva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roboto"/>
                <a:cs typeface="Calibri Light"/>
              </a:rPr>
              <a:t>AASD 4016</a:t>
            </a:r>
          </a:p>
          <a:p>
            <a:r>
              <a:rPr lang="en-US" sz="5400">
                <a:latin typeface="roboto"/>
                <a:cs typeface="Calibri Light"/>
              </a:rPr>
              <a:t>Full Stack Data Science Systems</a:t>
            </a:r>
            <a:endParaRPr lang="en-US" sz="540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roboto"/>
              </a:rPr>
              <a:t>Applied AI Solutions Developer Program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5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9848D248-4F95-4AEB-A8A3-E841AC7F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4C369ED-1D40-41D3-AA7A-10B26DF42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3E4D70A-0194-4118-808D-3AE000E06533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/>
                <a:cs typeface="Calibri Light"/>
              </a:rPr>
              <a:t>Module 6</a:t>
            </a:r>
          </a:p>
          <a:p>
            <a:r>
              <a:rPr lang="en-US" dirty="0">
                <a:latin typeface="roboto"/>
                <a:cs typeface="Calibri Light"/>
              </a:rPr>
              <a:t>ML Canvas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788A730-016B-491D-8966-20FA0BD8D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5140" y="3602038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latin typeface="roboto"/>
              </a:rPr>
              <a:t>Vejey</a:t>
            </a:r>
            <a:r>
              <a:rPr lang="en-US">
                <a:latin typeface="roboto"/>
              </a:rPr>
              <a:t> </a:t>
            </a:r>
            <a:r>
              <a:rPr lang="en-US" err="1">
                <a:latin typeface="roboto"/>
              </a:rPr>
              <a:t>Gandyer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1261834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>
                <a:latin typeface="roboto"/>
                <a:cs typeface="Calibri Light"/>
              </a:rPr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768" y="1649955"/>
            <a:ext cx="6224335" cy="57556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roboto"/>
                <a:ea typeface="+mj-ea"/>
                <a:cs typeface="Calibri Light"/>
              </a:rPr>
              <a:t>ML Canvas</a:t>
            </a:r>
            <a:endParaRPr lang="en-US" dirty="0">
              <a:ea typeface="+mj-ea"/>
            </a:endParaRPr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Why</a:t>
            </a:r>
            <a:endParaRPr lang="en-US" dirty="0" err="1"/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Steps</a:t>
            </a:r>
            <a:endParaRPr lang="en-US" dirty="0"/>
          </a:p>
          <a:p>
            <a:pPr marL="0" indent="0">
              <a:buNone/>
            </a:pPr>
            <a:r>
              <a:rPr lang="en-US" sz="3000" dirty="0">
                <a:latin typeface="roboto"/>
                <a:ea typeface="roboto"/>
                <a:cs typeface="Calibri Light"/>
              </a:rPr>
              <a:t>Examples</a:t>
            </a:r>
          </a:p>
          <a:p>
            <a:pPr marL="0" indent="0"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>
              <a:buNone/>
            </a:pPr>
            <a:endParaRPr lang="en-US" sz="3000">
              <a:latin typeface="roboto"/>
              <a:ea typeface="roboto"/>
              <a:cs typeface="Calibri Light"/>
            </a:endParaRPr>
          </a:p>
          <a:p>
            <a:pPr>
              <a:buNone/>
            </a:pPr>
            <a:endParaRPr lang="en-US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2200">
              <a:latin typeface="roboto"/>
              <a:ea typeface="roboto"/>
              <a:cs typeface="Calibri Light"/>
            </a:endParaRPr>
          </a:p>
        </p:txBody>
      </p:sp>
      <p:pic>
        <p:nvPicPr>
          <p:cNvPr id="4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E376F483-1DA3-4922-A4DE-B5C7D265A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5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F30EB02E-681A-46B3-B1E0-87DF361ED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7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ML Canvas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64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6" name="Picture 7" descr="Timeline&#10;&#10;Description automatically generated">
            <a:extLst>
              <a:ext uri="{FF2B5EF4-FFF2-40B4-BE49-F238E27FC236}">
                <a16:creationId xmlns:a16="http://schemas.microsoft.com/office/drawing/2014/main" id="{391BFBE7-0403-479A-AE36-5F2AAE7F9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086" y="31998"/>
            <a:ext cx="8004130" cy="636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1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74E3560A-F050-4106-8AA0-78C1FEF79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503" y="181773"/>
            <a:ext cx="7941736" cy="579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0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56736-28D1-406B-8628-431090E7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ML Canvas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381A29-1103-49BF-97AB-9324DFB45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Learn</a:t>
            </a:r>
          </a:p>
          <a:p>
            <a:r>
              <a:rPr lang="en-US">
                <a:cs typeface="Calibri"/>
              </a:rPr>
              <a:t>Predict</a:t>
            </a:r>
            <a:endParaRPr lang="en-US" dirty="0">
              <a:cs typeface="Calibri"/>
            </a:endParaRPr>
          </a:p>
          <a:p>
            <a:r>
              <a:rPr lang="en-US">
                <a:cs typeface="Calibri"/>
              </a:rPr>
              <a:t>Evaluate</a:t>
            </a:r>
            <a:endParaRPr lang="en-US" dirty="0">
              <a:cs typeface="Calibri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B1B78571-5DE6-4E46-A58B-6883237AD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8A8E199-8B72-4171-8B56-D4E91B7A4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35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235" y="1575957"/>
            <a:ext cx="10845501" cy="43507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2700" dirty="0"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27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2" name="Picture 3" descr="Timeline&#10;&#10;Description automatically generated">
            <a:extLst>
              <a:ext uri="{FF2B5EF4-FFF2-40B4-BE49-F238E27FC236}">
                <a16:creationId xmlns:a16="http://schemas.microsoft.com/office/drawing/2014/main" id="{94AA025F-9331-44DF-BEA4-038C162FF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578" y="235127"/>
            <a:ext cx="8171146" cy="620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18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74E3560A-F050-4106-8AA0-78C1FEF79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5503" y="181773"/>
            <a:ext cx="7941736" cy="579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67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A8B15-D091-40A0-843E-ADFC1DE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>
                <a:latin typeface="roboto"/>
                <a:cs typeface="Calibri Light"/>
              </a:rPr>
              <a:t>Further Reading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F1659-67D8-48A6-9F91-4123D1BE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69" y="1612442"/>
            <a:ext cx="10484281" cy="40755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latin typeface="Calibri"/>
                <a:ea typeface="roboto"/>
                <a:cs typeface="Calibri"/>
              </a:rPr>
              <a:t>ML Canvas</a:t>
            </a:r>
            <a:endParaRPr lang="en-US"/>
          </a:p>
          <a:p>
            <a:pPr marL="0" indent="0">
              <a:buNone/>
            </a:pPr>
            <a:r>
              <a:rPr lang="en-US" dirty="0">
                <a:latin typeface="Calibri"/>
                <a:ea typeface="roboto"/>
                <a:cs typeface="Calibri"/>
                <a:hlinkClick r:id="rId2"/>
              </a:rPr>
              <a:t>https</a:t>
            </a:r>
            <a:r>
              <a:rPr lang="en-US" dirty="0">
                <a:ea typeface="+mn-lt"/>
                <a:cs typeface="+mn-lt"/>
                <a:hlinkClick r:id="rId2"/>
              </a:rPr>
              <a:t>://www.ownml.co/machine-learning-canvas</a:t>
            </a:r>
          </a:p>
          <a:p>
            <a:pPr marL="0" indent="0">
              <a:buNone/>
            </a:pP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dirty="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i="1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200">
              <a:latin typeface="Calibri"/>
              <a:ea typeface="roboto"/>
              <a:cs typeface="Calibri"/>
            </a:endParaRPr>
          </a:p>
          <a:p>
            <a:pPr marL="0" indent="0">
              <a:buNone/>
            </a:pPr>
            <a:endParaRPr lang="en-US" sz="3200">
              <a:latin typeface="roboto"/>
              <a:ea typeface="roboto"/>
              <a:cs typeface="Calibri Light"/>
            </a:endParaRPr>
          </a:p>
          <a:p>
            <a:pPr marL="0" indent="0">
              <a:buNone/>
            </a:pPr>
            <a:endParaRPr lang="en-US" sz="3200">
              <a:latin typeface="roboto"/>
              <a:ea typeface="roboto"/>
              <a:cs typeface="Calibri Light"/>
            </a:endParaRPr>
          </a:p>
        </p:txBody>
      </p:sp>
      <p:pic>
        <p:nvPicPr>
          <p:cNvPr id="5" name="Picture 15" descr="Shape, rectangle&#10;&#10;Description automatically generated">
            <a:extLst>
              <a:ext uri="{FF2B5EF4-FFF2-40B4-BE49-F238E27FC236}">
                <a16:creationId xmlns:a16="http://schemas.microsoft.com/office/drawing/2014/main" id="{7942F2A7-D0E8-40B1-9E4B-4398CD888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0573"/>
            <a:ext cx="12199620" cy="416280"/>
          </a:xfrm>
          <a:prstGeom prst="rect">
            <a:avLst/>
          </a:prstGeom>
        </p:spPr>
      </p:pic>
      <p:pic>
        <p:nvPicPr>
          <p:cNvPr id="7" name="Picture 16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A1FB9DE-81D8-483F-A4B9-93130A5AF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6040" y="-2293"/>
            <a:ext cx="1965960" cy="58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34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Agenda</vt:lpstr>
      <vt:lpstr>ML Canvas</vt:lpstr>
      <vt:lpstr>PowerPoint Presentation</vt:lpstr>
      <vt:lpstr>PowerPoint Presentation</vt:lpstr>
      <vt:lpstr>ML Canvas</vt:lpstr>
      <vt:lpstr>PowerPoint Presentation</vt:lpstr>
      <vt:lpstr>PowerPoint Presentation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432</cp:revision>
  <dcterms:created xsi:type="dcterms:W3CDTF">2020-12-23T22:31:42Z</dcterms:created>
  <dcterms:modified xsi:type="dcterms:W3CDTF">2021-08-16T22:04:50Z</dcterms:modified>
</cp:coreProperties>
</file>