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72" r:id="rId2"/>
    <p:sldId id="273" r:id="rId3"/>
    <p:sldId id="258" r:id="rId4"/>
    <p:sldId id="281" r:id="rId5"/>
    <p:sldId id="663" r:id="rId6"/>
    <p:sldId id="665" r:id="rId7"/>
    <p:sldId id="664" r:id="rId8"/>
    <p:sldId id="670" r:id="rId9"/>
    <p:sldId id="669" r:id="rId10"/>
    <p:sldId id="662" r:id="rId11"/>
    <p:sldId id="504" r:id="rId12"/>
    <p:sldId id="659" r:id="rId13"/>
    <p:sldId id="666" r:id="rId14"/>
    <p:sldId id="660" r:id="rId15"/>
    <p:sldId id="667" r:id="rId16"/>
    <p:sldId id="6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FE31-2070-D1D8-A34E-F9DB0AA9A729}" v="390" dt="2020-12-26T15:18:39.115"/>
    <p1510:client id="{045A4965-B513-6B71-45A6-B68B6AFE84A0}" v="67" dt="2020-12-26T20:30:46.896"/>
    <p1510:client id="{2F685D47-1B98-2E9E-44E9-38F2D014CAAC}" v="22" dt="2020-12-28T15:26:16.614"/>
    <p1510:client id="{35654BA6-5BEF-6AC8-F037-00942082F9B2}" v="462" dt="2021-02-01T16:53:52.378"/>
    <p1510:client id="{4687724C-769A-535A-BE5E-08839305FA50}" v="5582" dt="2020-12-27T20:13:39.224"/>
    <p1510:client id="{51E3BD4C-B373-0951-C494-FB7E86FF0635}" v="2429" dt="2020-12-29T23:03:22.866"/>
    <p1510:client id="{5465CEFE-2D65-ED3F-442B-E74DF3DBF3B0}" v="613" dt="2020-12-23T23:53:09.940"/>
    <p1510:client id="{66221564-2B86-7C8C-63B3-0179DDF1E905}" v="51" dt="2021-08-04T16:16:28.832"/>
    <p1510:client id="{70223C47-8670-9B15-A461-042D2F1DE4F7}" v="7422" dt="2020-12-31T14:25:20.982"/>
    <p1510:client id="{754A752B-A398-7C33-B6DC-89A0654AD307}" v="1138" dt="2020-12-30T13:10:01.288"/>
    <p1510:client id="{82ABAE2D-A526-4624-91EE-FBA7FD5F51E0}" v="9" dt="2020-12-23T22:41:08.207"/>
    <p1510:client id="{8F696AE0-6236-8D1E-3618-87162776C622}" v="5712" dt="2021-01-01T00:07:13.795"/>
    <p1510:client id="{9A177FFB-FB64-37AF-17C7-CCEC2C193DFF}" v="4481" dt="2020-12-29T13:20:50.336"/>
    <p1510:client id="{ABA6C69F-305D-B000-E14F-B8292AB106A7}" v="1" dt="2021-05-10T21:46:45.388"/>
    <p1510:client id="{AF17A244-26C3-938F-8A56-3031FB598BC3}" v="1658" dt="2021-07-28T13:49:19.111"/>
    <p1510:client id="{B4F8CEB5-E72C-8A8D-D25E-09B41B53A554}" v="6468" dt="2020-12-28T22:37:18.221"/>
    <p1510:client id="{B501BB9F-207A-B000-E14F-BD930A8D43C4}" v="68" dt="2021-04-04T17:30:56.897"/>
    <p1510:client id="{B537A4A3-B997-E4C8-F16C-A35024FDFCFE}" v="30" dt="2021-03-03T13:37:16.275"/>
    <p1510:client id="{C2F04716-BDFB-72E1-8E0B-591BAC2A83A6}" v="1704" dt="2020-12-25T23:07:35.464"/>
    <p1510:client id="{C413B264-8D43-A9BB-C85E-7F30A00A6453}" v="3644" dt="2020-12-26T15:02:32.673"/>
    <p1510:client id="{C552E5C9-89A9-5AE8-628E-6D0DD8066444}" v="3550" dt="2020-12-26T20:12:43.454"/>
    <p1510:client id="{E99E3E81-DD39-42E1-119C-BEBA76767C08}" v="1873" dt="2021-05-05T19:32:56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3CC2D-0AF9-4166-9DD0-52A258A6A029}" type="datetimeFigureOut">
              <a:rPr lang="en-US"/>
              <a:t>8/4/2021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283C-2CD9-4321-9FBB-684AE41D516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3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8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0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0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AASD 4016</a:t>
            </a:r>
          </a:p>
          <a:p>
            <a:r>
              <a:rPr lang="en-US" sz="5400" dirty="0">
                <a:latin typeface="roboto"/>
                <a:cs typeface="Calibri Light"/>
              </a:rPr>
              <a:t>Full Stack Data Science Systems</a:t>
            </a:r>
            <a:endParaRPr lang="en-US" sz="54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</a:rPr>
              <a:t>Applied AI Solutions Developer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Module 1</a:t>
            </a:r>
          </a:p>
          <a:p>
            <a:r>
              <a:rPr lang="en-US" dirty="0">
                <a:latin typeface="roboto"/>
                <a:cs typeface="Calibri Light"/>
              </a:rPr>
              <a:t>Scripting Notebooks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roboto"/>
              </a:rPr>
              <a:t>Vejey</a:t>
            </a:r>
            <a:r>
              <a:rPr lang="en-US">
                <a:latin typeface="roboto"/>
              </a:rPr>
              <a:t> </a:t>
            </a:r>
            <a:r>
              <a:rPr lang="en-US" err="1">
                <a:latin typeface="roboto"/>
              </a:rPr>
              <a:t>Gandyer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6183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latin typeface="roboto"/>
                <a:cs typeface="Calibri Light"/>
              </a:rPr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1235263"/>
            <a:ext cx="6224335" cy="5755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roboto"/>
                <a:ea typeface="+mj-ea"/>
                <a:cs typeface="Calibri Light"/>
              </a:rPr>
              <a:t>Python Notebooks</a:t>
            </a:r>
            <a:endParaRPr lang="en-US" dirty="0">
              <a:ea typeface="+mj-ea"/>
            </a:endParaRP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Python Scripts</a:t>
            </a:r>
            <a:endParaRPr lang="en-US" sz="3000" dirty="0">
              <a:latin typeface="roboto"/>
              <a:ea typeface="+mj-ea"/>
              <a:cs typeface="Calibri Light"/>
            </a:endParaRPr>
          </a:p>
          <a:p>
            <a:pPr marL="0" indent="0">
              <a:buNone/>
            </a:pPr>
            <a:r>
              <a:rPr lang="en-US" sz="3000">
                <a:latin typeface="roboto"/>
                <a:ea typeface="roboto"/>
                <a:cs typeface="Calibri Light"/>
              </a:rPr>
              <a:t>IDE</a:t>
            </a:r>
            <a:endParaRPr lang="en-US" sz="3000" dirty="0">
              <a:latin typeface="roboto"/>
              <a:ea typeface="+mj-ea"/>
              <a:cs typeface="Calibri Light"/>
            </a:endParaRPr>
          </a:p>
          <a:p>
            <a:pPr marL="0" indent="0">
              <a:buNone/>
            </a:pPr>
            <a:r>
              <a:rPr lang="en-US" sz="3000" dirty="0">
                <a:latin typeface="roboto"/>
                <a:ea typeface="+mj-ea"/>
                <a:cs typeface="Calibri Light"/>
              </a:rPr>
              <a:t>Scripting process</a:t>
            </a:r>
            <a:endParaRPr lang="en-US" dirty="0">
              <a:ea typeface="+mj-ea"/>
            </a:endParaRP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Examples</a:t>
            </a:r>
          </a:p>
          <a:p>
            <a:pPr marL="0" indent="0">
              <a:buNone/>
            </a:pPr>
            <a:endParaRPr lang="en-US" sz="3000">
              <a:latin typeface="roboto"/>
              <a:ea typeface="+mj-ea"/>
              <a:cs typeface="Calibri Light"/>
            </a:endParaRPr>
          </a:p>
          <a:p>
            <a:pPr>
              <a:buNone/>
            </a:pPr>
            <a:endParaRPr lang="en-US" sz="3000">
              <a:latin typeface="roboto"/>
              <a:ea typeface="+mj-ea"/>
              <a:cs typeface="Calibri Light"/>
            </a:endParaRPr>
          </a:p>
          <a:p>
            <a:pPr>
              <a:buNone/>
            </a:pPr>
            <a:endParaRPr lang="en-US">
              <a:latin typeface="roboto"/>
              <a:ea typeface="+mj-ea"/>
              <a:cs typeface="Calibri Light"/>
            </a:endParaRPr>
          </a:p>
          <a:p>
            <a:pPr marL="0" indent="0">
              <a:buNone/>
            </a:pPr>
            <a:endParaRPr lang="en-US" sz="2200">
              <a:latin typeface="roboto"/>
              <a:ea typeface="+mj-ea"/>
              <a:cs typeface="Calibri Light"/>
            </a:endParaRPr>
          </a:p>
        </p:txBody>
      </p:sp>
      <p:pic>
        <p:nvPicPr>
          <p:cNvPr id="4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E376F483-1DA3-4922-A4DE-B5C7D265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5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30EB02E-681A-46B3-B1E0-87DF361E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Python Notebooks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.</a:t>
            </a:r>
            <a:r>
              <a:rPr lang="en-US" dirty="0" err="1">
                <a:cs typeface="Calibri"/>
              </a:rPr>
              <a:t>ipynb</a:t>
            </a:r>
            <a:endParaRPr lang="en-US" dirty="0" err="1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>
                <a:latin typeface="roboto"/>
                <a:cs typeface="Calibri Light"/>
              </a:rPr>
              <a:t>IPython</a:t>
            </a:r>
            <a:r>
              <a:rPr lang="en-US" sz="4800" dirty="0">
                <a:latin typeface="roboto"/>
                <a:cs typeface="Calibri Light"/>
              </a:rPr>
              <a:t> Notebook</a:t>
            </a:r>
            <a:endParaRPr lang="en-US" dirty="0"/>
          </a:p>
        </p:txBody>
      </p:sp>
      <p:pic>
        <p:nvPicPr>
          <p:cNvPr id="4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2B81FEB-3836-4003-885E-51517EF25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7496" y="1693854"/>
            <a:ext cx="7374742" cy="4350761"/>
          </a:xfrm>
        </p:spPr>
      </p:pic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3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Python Scripts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.</a:t>
            </a:r>
            <a:r>
              <a:rPr lang="en-US" dirty="0" err="1">
                <a:cs typeface="Calibri"/>
              </a:rPr>
              <a:t>py</a:t>
            </a:r>
            <a:endParaRPr lang="en-US" dirty="0" err="1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1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Python Script</a:t>
            </a:r>
            <a:endParaRPr lang="en-US" dirty="0"/>
          </a:p>
        </p:txBody>
      </p:sp>
      <p:pic>
        <p:nvPicPr>
          <p:cNvPr id="4" name="Picture 5" descr="Text&#10;&#10;Description automatically generated">
            <a:extLst>
              <a:ext uri="{FF2B5EF4-FFF2-40B4-BE49-F238E27FC236}">
                <a16:creationId xmlns:a16="http://schemas.microsoft.com/office/drawing/2014/main" id="{5E13B518-4242-4FC1-9795-BEF029E5F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9406" y="1717667"/>
            <a:ext cx="7170922" cy="4350761"/>
          </a:xfrm>
        </p:spPr>
      </p:pic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29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IDE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>
                <a:cs typeface="Calibri"/>
              </a:rPr>
              <a:t>VSCode</a:t>
            </a:r>
          </a:p>
          <a:p>
            <a:r>
              <a:rPr lang="en-US">
                <a:cs typeface="Calibri"/>
              </a:rPr>
              <a:t>Sublime Text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Atom</a:t>
            </a:r>
          </a:p>
          <a:p>
            <a:r>
              <a:rPr lang="en-US">
                <a:cs typeface="Calibri"/>
              </a:rPr>
              <a:t>Vim</a:t>
            </a:r>
          </a:p>
          <a:p>
            <a:r>
              <a:rPr lang="en-US">
                <a:cs typeface="Calibri"/>
              </a:rPr>
              <a:t>Spyder</a:t>
            </a:r>
            <a:endParaRPr lang="en-US" dirty="0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2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Integrated Development Environment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16" y="1701792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VSCode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Atom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Sublime Text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Spyder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700">
                <a:latin typeface="roboto"/>
                <a:ea typeface="roboto"/>
                <a:cs typeface="Calibri Light"/>
              </a:rPr>
              <a:t>Vim</a:t>
            </a:r>
            <a:endParaRPr lang="en-US" sz="2700" dirty="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22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Scripting Process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.</a:t>
            </a:r>
            <a:r>
              <a:rPr lang="en-US" dirty="0" err="1">
                <a:cs typeface="Calibri"/>
              </a:rPr>
              <a:t>ipynb</a:t>
            </a:r>
            <a:r>
              <a:rPr lang="en-US" dirty="0">
                <a:cs typeface="Calibri"/>
              </a:rPr>
              <a:t> to .</a:t>
            </a:r>
            <a:r>
              <a:rPr lang="en-US" dirty="0" err="1">
                <a:cs typeface="Calibri"/>
              </a:rPr>
              <a:t>py</a:t>
            </a:r>
            <a:endParaRPr lang="en-US" dirty="0" err="1"/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92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roboto"/>
                <a:cs typeface="Calibri Light"/>
              </a:rPr>
              <a:t>Scripting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16" y="1701792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dirty="0" err="1">
                <a:latin typeface="roboto"/>
                <a:ea typeface="+mj-ea"/>
                <a:cs typeface="Calibri Light"/>
              </a:rPr>
              <a:t>IPython</a:t>
            </a:r>
            <a:r>
              <a:rPr lang="en-US" sz="2700" dirty="0">
                <a:latin typeface="roboto"/>
                <a:ea typeface="+mj-ea"/>
                <a:cs typeface="Calibri Light"/>
              </a:rPr>
              <a:t> Notebooks (.</a:t>
            </a:r>
            <a:r>
              <a:rPr lang="en-US" sz="2700" dirty="0" err="1">
                <a:latin typeface="roboto"/>
                <a:ea typeface="+mj-ea"/>
                <a:cs typeface="Calibri Light"/>
              </a:rPr>
              <a:t>ipynb</a:t>
            </a:r>
            <a:r>
              <a:rPr lang="en-US" sz="2700" dirty="0">
                <a:latin typeface="roboto"/>
                <a:ea typeface="+mj-ea"/>
                <a:cs typeface="Calibri Light"/>
              </a:rPr>
              <a:t>) to be converted into Python Scripts (.</a:t>
            </a:r>
            <a:r>
              <a:rPr lang="en-US" sz="2700" dirty="0" err="1">
                <a:latin typeface="roboto"/>
                <a:ea typeface="+mj-ea"/>
                <a:cs typeface="Calibri Light"/>
              </a:rPr>
              <a:t>py</a:t>
            </a:r>
            <a:r>
              <a:rPr lang="en-US" sz="2700" dirty="0">
                <a:latin typeface="roboto"/>
                <a:ea typeface="+mj-ea"/>
                <a:cs typeface="Calibri Light"/>
              </a:rPr>
              <a:t>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roboto"/>
              <a:ea typeface="roboto"/>
              <a:cs typeface="Calibri Light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700" u="sng" dirty="0">
                <a:latin typeface="roboto"/>
                <a:ea typeface="roboto"/>
                <a:cs typeface="Calibri Light"/>
              </a:rPr>
              <a:t>Pros</a:t>
            </a:r>
            <a:endParaRPr lang="en-US" u="sng" dirty="0"/>
          </a:p>
          <a:p>
            <a:pPr lvl="1">
              <a:lnSpc>
                <a:spcPct val="110000"/>
              </a:lnSpc>
            </a:pPr>
            <a:r>
              <a:rPr lang="en-US" sz="2300" dirty="0">
                <a:latin typeface="roboto"/>
                <a:ea typeface="roboto"/>
                <a:cs typeface="Calibri Light"/>
              </a:rPr>
              <a:t>Works well in Production environment</a:t>
            </a:r>
          </a:p>
          <a:p>
            <a:pPr lvl="1">
              <a:lnSpc>
                <a:spcPct val="110000"/>
              </a:lnSpc>
            </a:pPr>
            <a:r>
              <a:rPr lang="en-US" sz="2300" dirty="0">
                <a:latin typeface="roboto"/>
                <a:ea typeface="roboto"/>
                <a:cs typeface="Calibri Light"/>
              </a:rPr>
              <a:t>Can be run from terminal</a:t>
            </a:r>
          </a:p>
          <a:p>
            <a:pPr lvl="1">
              <a:lnSpc>
                <a:spcPct val="110000"/>
              </a:lnSpc>
            </a:pPr>
            <a:r>
              <a:rPr lang="en-US" sz="2300" dirty="0">
                <a:latin typeface="roboto"/>
                <a:ea typeface="roboto"/>
                <a:cs typeface="Calibri Light"/>
              </a:rPr>
              <a:t>Can be made as an API to be served to consumers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700" dirty="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64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Process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16" y="1701792"/>
            <a:ext cx="10845501" cy="435076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See what is the problem that the notebook trying to solve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Find the inputs and outputs of the entire problem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Find the steps to solve that problem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Create an </a:t>
            </a:r>
            <a:r>
              <a:rPr lang="en-US" sz="2700" b="1">
                <a:latin typeface="roboto"/>
                <a:ea typeface="roboto"/>
                <a:cs typeface="Calibri Light"/>
              </a:rPr>
              <a:t>app.py </a:t>
            </a:r>
            <a:r>
              <a:rPr lang="en-US" sz="2700">
                <a:latin typeface="roboto"/>
                <a:ea typeface="roboto"/>
                <a:cs typeface="Calibri Light"/>
              </a:rPr>
              <a:t>file</a:t>
            </a: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Place the notebook cells in the app.py file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Clean the app.py file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300">
                <a:latin typeface="roboto"/>
                <a:ea typeface="roboto"/>
                <a:cs typeface="Calibri Light"/>
              </a:rPr>
              <a:t>Remove display of variables</a:t>
            </a:r>
            <a:endParaRPr lang="en-US" sz="2300" dirty="0">
              <a:latin typeface="roboto"/>
              <a:ea typeface="roboto"/>
              <a:cs typeface="Calibri Light"/>
            </a:endParaRP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Find a way to modularize the above found steps into smaller functions</a:t>
            </a:r>
            <a:endParaRPr lang="en-US"/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Place the functions in different python scripts (if possible and makes sense)</a:t>
            </a: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Import those functions in the app.py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457200" indent="-457200"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Once app.py is clean and finished, run it in the terminal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914400" lvl="1" indent="-457200">
              <a:buFont typeface="Arial"/>
              <a:buChar char="•"/>
            </a:pPr>
            <a:r>
              <a:rPr lang="en-US" sz="2300">
                <a:latin typeface="Courier New"/>
                <a:ea typeface="roboto"/>
                <a:cs typeface="Calibri Light"/>
              </a:rPr>
              <a:t>python app.py</a:t>
            </a:r>
          </a:p>
          <a:p>
            <a:pPr marL="457200" indent="-457200">
              <a:buFont typeface="Arial"/>
              <a:buChar char="•"/>
            </a:pPr>
            <a:endParaRPr lang="en-US" sz="2700" dirty="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8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Examples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01_Scripting_Notebook.ipynb to 01_app.py</a:t>
            </a:r>
          </a:p>
          <a:p>
            <a:r>
              <a:rPr lang="en-US">
                <a:ea typeface="+mn-lt"/>
                <a:cs typeface="+mn-lt"/>
              </a:rPr>
              <a:t>02_Scripting_Notebook.ipynb to 02_app.py</a:t>
            </a:r>
          </a:p>
          <a:p>
            <a:r>
              <a:rPr lang="en-US">
                <a:ea typeface="+mn-lt"/>
                <a:cs typeface="+mn-lt"/>
              </a:rPr>
              <a:t>03_Scripting_Notebook.ipynb to 03_app.py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76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Example 1 Scripting Process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16" y="1701792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700" dirty="0">
                <a:latin typeface="roboto"/>
                <a:ea typeface="roboto"/>
                <a:cs typeface="Calibri Light"/>
              </a:rPr>
              <a:t>01_Scripting_Notebook.ipynb</a:t>
            </a:r>
          </a:p>
          <a:p>
            <a:pPr marL="914400" lvl="1" indent="-457200">
              <a:lnSpc>
                <a:spcPct val="110000"/>
              </a:lnSpc>
              <a:buFont typeface="Arial"/>
              <a:buChar char="•"/>
            </a:pPr>
            <a:r>
              <a:rPr lang="en-US" sz="2300" dirty="0">
                <a:latin typeface="roboto"/>
                <a:ea typeface="roboto"/>
                <a:cs typeface="Calibri Light"/>
              </a:rPr>
              <a:t>Look at the example notebook</a:t>
            </a:r>
          </a:p>
          <a:p>
            <a:pPr marL="914400" lvl="1" indent="-457200">
              <a:lnSpc>
                <a:spcPct val="110000"/>
              </a:lnSpc>
              <a:buFont typeface="Arial"/>
              <a:buChar char="•"/>
            </a:pPr>
            <a:r>
              <a:rPr lang="en-US" sz="2300" b="1">
                <a:latin typeface="roboto"/>
                <a:ea typeface="roboto"/>
                <a:cs typeface="Calibri Light"/>
              </a:rPr>
              <a:t>PDF file to Text file Conversion</a:t>
            </a:r>
            <a:endParaRPr lang="en-US" sz="2300" b="1" dirty="0">
              <a:latin typeface="roboto"/>
              <a:ea typeface="roboto"/>
              <a:cs typeface="Calibri Light"/>
            </a:endParaRPr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700" dirty="0">
                <a:latin typeface="roboto"/>
                <a:ea typeface="roboto"/>
                <a:cs typeface="Calibri Light"/>
              </a:rPr>
              <a:t>01_app.py</a:t>
            </a:r>
          </a:p>
          <a:p>
            <a:pPr marL="914400" lvl="1" indent="-457200">
              <a:lnSpc>
                <a:spcPct val="110000"/>
              </a:lnSpc>
              <a:buFont typeface="Arial"/>
              <a:buChar char="•"/>
            </a:pPr>
            <a:r>
              <a:rPr lang="en-US" sz="2300">
                <a:latin typeface="roboto"/>
                <a:ea typeface="roboto"/>
                <a:cs typeface="Calibri Light"/>
              </a:rPr>
              <a:t>Blank python script (to be filled from the notebook)</a:t>
            </a: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4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Example 2 Scripting Process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16" y="1701792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02_Scripting_Notebook.ipynb</a:t>
            </a:r>
          </a:p>
          <a:p>
            <a:pPr marL="914400" lvl="1" indent="-457200">
              <a:lnSpc>
                <a:spcPct val="110000"/>
              </a:lnSpc>
              <a:buFont typeface="Arial"/>
              <a:buChar char="•"/>
            </a:pPr>
            <a:r>
              <a:rPr lang="en-US" sz="2300">
                <a:latin typeface="roboto"/>
                <a:ea typeface="roboto"/>
                <a:cs typeface="Calibri Light"/>
              </a:rPr>
              <a:t>Look at the example notebook</a:t>
            </a:r>
            <a:endParaRPr lang="en-US" sz="2300" dirty="0">
              <a:latin typeface="roboto"/>
              <a:ea typeface="roboto"/>
              <a:cs typeface="Calibri Light"/>
            </a:endParaRPr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02_app.py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914400" lvl="1" indent="-457200">
              <a:lnSpc>
                <a:spcPct val="110000"/>
              </a:lnSpc>
              <a:buFont typeface="Arial"/>
              <a:buChar char="•"/>
            </a:pPr>
            <a:r>
              <a:rPr lang="en-US" sz="2300">
                <a:latin typeface="roboto"/>
                <a:ea typeface="roboto"/>
                <a:cs typeface="Calibri Light"/>
              </a:rPr>
              <a:t>Blank python script to be filled from the notebook</a:t>
            </a:r>
            <a:endParaRPr lang="en-US" sz="2300" dirty="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86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Example 3 Scripting Process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116" y="1701792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03_Scripting_Notebook.ipynb</a:t>
            </a:r>
          </a:p>
          <a:p>
            <a:pPr marL="914400" lvl="1" indent="-457200">
              <a:lnSpc>
                <a:spcPct val="110000"/>
              </a:lnSpc>
              <a:buFont typeface="Arial"/>
              <a:buChar char="•"/>
            </a:pPr>
            <a:r>
              <a:rPr lang="en-US" sz="2300">
                <a:latin typeface="roboto"/>
                <a:ea typeface="roboto"/>
                <a:cs typeface="Calibri Light"/>
              </a:rPr>
              <a:t>Look at the example notebook</a:t>
            </a:r>
            <a:endParaRPr lang="en-US" sz="2300" dirty="0">
              <a:latin typeface="roboto"/>
              <a:ea typeface="roboto"/>
              <a:cs typeface="Calibri Light"/>
            </a:endParaRPr>
          </a:p>
          <a:p>
            <a:pPr marL="457200" indent="-457200">
              <a:lnSpc>
                <a:spcPct val="110000"/>
              </a:lnSpc>
              <a:buFont typeface="Arial"/>
              <a:buChar char="•"/>
            </a:pPr>
            <a:r>
              <a:rPr lang="en-US" sz="2700">
                <a:latin typeface="roboto"/>
                <a:ea typeface="roboto"/>
                <a:cs typeface="Calibri Light"/>
              </a:rPr>
              <a:t>03_app.py</a:t>
            </a:r>
            <a:endParaRPr lang="en-US" sz="2700" dirty="0">
              <a:latin typeface="roboto"/>
              <a:ea typeface="roboto"/>
              <a:cs typeface="Calibri Light"/>
            </a:endParaRPr>
          </a:p>
          <a:p>
            <a:pPr marL="914400" lvl="1" indent="-457200">
              <a:lnSpc>
                <a:spcPct val="110000"/>
              </a:lnSpc>
              <a:buFont typeface="Arial"/>
              <a:buChar char="•"/>
            </a:pPr>
            <a:r>
              <a:rPr lang="en-US" sz="2300">
                <a:latin typeface="roboto"/>
                <a:ea typeface="roboto"/>
                <a:cs typeface="Calibri Light"/>
              </a:rPr>
              <a:t>Blank python script to be filled from the notebook</a:t>
            </a:r>
            <a:endParaRPr lang="en-US" sz="2300" dirty="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6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Agenda</vt:lpstr>
      <vt:lpstr>Python Notebooks</vt:lpstr>
      <vt:lpstr>IPython Notebook</vt:lpstr>
      <vt:lpstr>Python Scripts</vt:lpstr>
      <vt:lpstr>Python Script</vt:lpstr>
      <vt:lpstr>IDE</vt:lpstr>
      <vt:lpstr>Integrated Development Environment</vt:lpstr>
      <vt:lpstr>Scripting Process</vt:lpstr>
      <vt:lpstr>Scripting Process</vt:lpstr>
      <vt:lpstr>Process</vt:lpstr>
      <vt:lpstr>Examples</vt:lpstr>
      <vt:lpstr>Example 1 Scripting Process</vt:lpstr>
      <vt:lpstr>Example 2 Scripting Process</vt:lpstr>
      <vt:lpstr>Example 3 Scripting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627</cp:revision>
  <dcterms:created xsi:type="dcterms:W3CDTF">2020-12-23T22:31:42Z</dcterms:created>
  <dcterms:modified xsi:type="dcterms:W3CDTF">2021-08-04T16:16:50Z</dcterms:modified>
</cp:coreProperties>
</file>