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269A65-F419-48F7-861C-B225C50F35F3}" v="349" dt="2023-04-17T22:22:38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jey Gandyer" userId="S::101352235@georgebrown.ca::654274eb-e1b9-435a-ae49-a2154d32a50b" providerId="AD" clId="Web-{A5269A65-F419-48F7-861C-B225C50F35F3}"/>
    <pc:docChg chg="addSld modSld">
      <pc:chgData name="Vejey Gandyer" userId="S::101352235@georgebrown.ca::654274eb-e1b9-435a-ae49-a2154d32a50b" providerId="AD" clId="Web-{A5269A65-F419-48F7-861C-B225C50F35F3}" dt="2023-04-17T22:22:38.716" v="334" actId="20577"/>
      <pc:docMkLst>
        <pc:docMk/>
      </pc:docMkLst>
      <pc:sldChg chg="modSp">
        <pc:chgData name="Vejey Gandyer" userId="S::101352235@georgebrown.ca::654274eb-e1b9-435a-ae49-a2154d32a50b" providerId="AD" clId="Web-{A5269A65-F419-48F7-861C-B225C50F35F3}" dt="2023-04-17T22:07:59.692" v="28" actId="20577"/>
        <pc:sldMkLst>
          <pc:docMk/>
          <pc:sldMk cId="109857222" sldId="256"/>
        </pc:sldMkLst>
        <pc:spChg chg="mod">
          <ac:chgData name="Vejey Gandyer" userId="S::101352235@georgebrown.ca::654274eb-e1b9-435a-ae49-a2154d32a50b" providerId="AD" clId="Web-{A5269A65-F419-48F7-861C-B225C50F35F3}" dt="2023-04-17T22:07:26.567" v="6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07:59.692" v="28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Vejey Gandyer" userId="S::101352235@georgebrown.ca::654274eb-e1b9-435a-ae49-a2154d32a50b" providerId="AD" clId="Web-{A5269A65-F419-48F7-861C-B225C50F35F3}" dt="2023-04-17T22:12:02.940" v="142" actId="20577"/>
        <pc:sldMkLst>
          <pc:docMk/>
          <pc:sldMk cId="714932833" sldId="257"/>
        </pc:sldMkLst>
        <pc:spChg chg="mod">
          <ac:chgData name="Vejey Gandyer" userId="S::101352235@georgebrown.ca::654274eb-e1b9-435a-ae49-a2154d32a50b" providerId="AD" clId="Web-{A5269A65-F419-48F7-861C-B225C50F35F3}" dt="2023-04-17T22:08:04.254" v="30" actId="20577"/>
          <ac:spMkLst>
            <pc:docMk/>
            <pc:sldMk cId="714932833" sldId="257"/>
            <ac:spMk id="2" creationId="{9432A4D7-FFEE-42D5-F7C0-D255FB326179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12:02.940" v="142" actId="20577"/>
          <ac:spMkLst>
            <pc:docMk/>
            <pc:sldMk cId="714932833" sldId="257"/>
            <ac:spMk id="3" creationId="{955C1DA7-4623-1F86-D71E-05B959A747F3}"/>
          </ac:spMkLst>
        </pc:spChg>
      </pc:sldChg>
      <pc:sldChg chg="modSp new">
        <pc:chgData name="Vejey Gandyer" userId="S::101352235@georgebrown.ca::654274eb-e1b9-435a-ae49-a2154d32a50b" providerId="AD" clId="Web-{A5269A65-F419-48F7-861C-B225C50F35F3}" dt="2023-04-17T22:10:02.472" v="91" actId="20577"/>
        <pc:sldMkLst>
          <pc:docMk/>
          <pc:sldMk cId="1451055495" sldId="258"/>
        </pc:sldMkLst>
        <pc:spChg chg="mod">
          <ac:chgData name="Vejey Gandyer" userId="S::101352235@georgebrown.ca::654274eb-e1b9-435a-ae49-a2154d32a50b" providerId="AD" clId="Web-{A5269A65-F419-48F7-861C-B225C50F35F3}" dt="2023-04-17T22:09:52.785" v="85" actId="20577"/>
          <ac:spMkLst>
            <pc:docMk/>
            <pc:sldMk cId="1451055495" sldId="258"/>
            <ac:spMk id="2" creationId="{04F97662-AED2-7524-752D-93049E338F96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10:02.472" v="91" actId="20577"/>
          <ac:spMkLst>
            <pc:docMk/>
            <pc:sldMk cId="1451055495" sldId="258"/>
            <ac:spMk id="3" creationId="{5146378A-8E36-E855-5BC2-D1921B2C8DFD}"/>
          </ac:spMkLst>
        </pc:spChg>
      </pc:sldChg>
      <pc:sldChg chg="modSp add replId">
        <pc:chgData name="Vejey Gandyer" userId="S::101352235@georgebrown.ca::654274eb-e1b9-435a-ae49-a2154d32a50b" providerId="AD" clId="Web-{A5269A65-F419-48F7-861C-B225C50F35F3}" dt="2023-04-17T22:10:22.956" v="97" actId="20577"/>
        <pc:sldMkLst>
          <pc:docMk/>
          <pc:sldMk cId="2269348614" sldId="259"/>
        </pc:sldMkLst>
        <pc:spChg chg="mod">
          <ac:chgData name="Vejey Gandyer" userId="S::101352235@georgebrown.ca::654274eb-e1b9-435a-ae49-a2154d32a50b" providerId="AD" clId="Web-{A5269A65-F419-48F7-861C-B225C50F35F3}" dt="2023-04-17T22:10:22.956" v="97" actId="20577"/>
          <ac:spMkLst>
            <pc:docMk/>
            <pc:sldMk cId="2269348614" sldId="259"/>
            <ac:spMk id="2" creationId="{04F97662-AED2-7524-752D-93049E338F96}"/>
          </ac:spMkLst>
        </pc:spChg>
      </pc:sldChg>
      <pc:sldChg chg="modSp add replId">
        <pc:chgData name="Vejey Gandyer" userId="S::101352235@georgebrown.ca::654274eb-e1b9-435a-ae49-a2154d32a50b" providerId="AD" clId="Web-{A5269A65-F419-48F7-861C-B225C50F35F3}" dt="2023-04-17T22:11:44.252" v="136" actId="20577"/>
        <pc:sldMkLst>
          <pc:docMk/>
          <pc:sldMk cId="3481001433" sldId="260"/>
        </pc:sldMkLst>
        <pc:spChg chg="mod">
          <ac:chgData name="Vejey Gandyer" userId="S::101352235@georgebrown.ca::654274eb-e1b9-435a-ae49-a2154d32a50b" providerId="AD" clId="Web-{A5269A65-F419-48F7-861C-B225C50F35F3}" dt="2023-04-17T22:10:39.737" v="111" actId="20577"/>
          <ac:spMkLst>
            <pc:docMk/>
            <pc:sldMk cId="3481001433" sldId="260"/>
            <ac:spMk id="2" creationId="{04F97662-AED2-7524-752D-93049E338F96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11:44.252" v="136" actId="20577"/>
          <ac:spMkLst>
            <pc:docMk/>
            <pc:sldMk cId="3481001433" sldId="260"/>
            <ac:spMk id="3" creationId="{5146378A-8E36-E855-5BC2-D1921B2C8DFD}"/>
          </ac:spMkLst>
        </pc:spChg>
      </pc:sldChg>
      <pc:sldChg chg="modSp add replId">
        <pc:chgData name="Vejey Gandyer" userId="S::101352235@georgebrown.ca::654274eb-e1b9-435a-ae49-a2154d32a50b" providerId="AD" clId="Web-{A5269A65-F419-48F7-861C-B225C50F35F3}" dt="2023-04-17T22:12:18.987" v="148" actId="20577"/>
        <pc:sldMkLst>
          <pc:docMk/>
          <pc:sldMk cId="1824554069" sldId="261"/>
        </pc:sldMkLst>
        <pc:spChg chg="mod">
          <ac:chgData name="Vejey Gandyer" userId="S::101352235@georgebrown.ca::654274eb-e1b9-435a-ae49-a2154d32a50b" providerId="AD" clId="Web-{A5269A65-F419-48F7-861C-B225C50F35F3}" dt="2023-04-17T22:12:14.971" v="147" actId="20577"/>
          <ac:spMkLst>
            <pc:docMk/>
            <pc:sldMk cId="1824554069" sldId="261"/>
            <ac:spMk id="2" creationId="{04F97662-AED2-7524-752D-93049E338F96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12:18.987" v="148" actId="20577"/>
          <ac:spMkLst>
            <pc:docMk/>
            <pc:sldMk cId="1824554069" sldId="261"/>
            <ac:spMk id="3" creationId="{5146378A-8E36-E855-5BC2-D1921B2C8DFD}"/>
          </ac:spMkLst>
        </pc:spChg>
      </pc:sldChg>
      <pc:sldChg chg="modSp new">
        <pc:chgData name="Vejey Gandyer" userId="S::101352235@georgebrown.ca::654274eb-e1b9-435a-ae49-a2154d32a50b" providerId="AD" clId="Web-{A5269A65-F419-48F7-861C-B225C50F35F3}" dt="2023-04-17T22:13:01.518" v="160" actId="20577"/>
        <pc:sldMkLst>
          <pc:docMk/>
          <pc:sldMk cId="1494679942" sldId="262"/>
        </pc:sldMkLst>
        <pc:spChg chg="mod">
          <ac:chgData name="Vejey Gandyer" userId="S::101352235@georgebrown.ca::654274eb-e1b9-435a-ae49-a2154d32a50b" providerId="AD" clId="Web-{A5269A65-F419-48F7-861C-B225C50F35F3}" dt="2023-04-17T22:13:01.518" v="160" actId="20577"/>
          <ac:spMkLst>
            <pc:docMk/>
            <pc:sldMk cId="1494679942" sldId="262"/>
            <ac:spMk id="2" creationId="{CA31929A-EEE1-8758-AA18-951205159030}"/>
          </ac:spMkLst>
        </pc:spChg>
      </pc:sldChg>
      <pc:sldChg chg="modSp add replId">
        <pc:chgData name="Vejey Gandyer" userId="S::101352235@georgebrown.ca::654274eb-e1b9-435a-ae49-a2154d32a50b" providerId="AD" clId="Web-{A5269A65-F419-48F7-861C-B225C50F35F3}" dt="2023-04-17T22:13:59.533" v="205" actId="20577"/>
        <pc:sldMkLst>
          <pc:docMk/>
          <pc:sldMk cId="3472918470" sldId="263"/>
        </pc:sldMkLst>
        <pc:spChg chg="mod">
          <ac:chgData name="Vejey Gandyer" userId="S::101352235@georgebrown.ca::654274eb-e1b9-435a-ae49-a2154d32a50b" providerId="AD" clId="Web-{A5269A65-F419-48F7-861C-B225C50F35F3}" dt="2023-04-17T22:13:08.111" v="166" actId="20577"/>
          <ac:spMkLst>
            <pc:docMk/>
            <pc:sldMk cId="3472918470" sldId="263"/>
            <ac:spMk id="2" creationId="{CA31929A-EEE1-8758-AA18-951205159030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13:59.533" v="205" actId="20577"/>
          <ac:spMkLst>
            <pc:docMk/>
            <pc:sldMk cId="3472918470" sldId="263"/>
            <ac:spMk id="3" creationId="{6F71D1DD-78C5-6ECE-77F4-BE51B4D92C9A}"/>
          </ac:spMkLst>
        </pc:spChg>
      </pc:sldChg>
      <pc:sldChg chg="modSp add replId">
        <pc:chgData name="Vejey Gandyer" userId="S::101352235@georgebrown.ca::654274eb-e1b9-435a-ae49-a2154d32a50b" providerId="AD" clId="Web-{A5269A65-F419-48F7-861C-B225C50F35F3}" dt="2023-04-17T22:14:17.033" v="230" actId="20577"/>
        <pc:sldMkLst>
          <pc:docMk/>
          <pc:sldMk cId="2775502098" sldId="264"/>
        </pc:sldMkLst>
        <pc:spChg chg="mod">
          <ac:chgData name="Vejey Gandyer" userId="S::101352235@georgebrown.ca::654274eb-e1b9-435a-ae49-a2154d32a50b" providerId="AD" clId="Web-{A5269A65-F419-48F7-861C-B225C50F35F3}" dt="2023-04-17T22:14:17.033" v="230" actId="20577"/>
          <ac:spMkLst>
            <pc:docMk/>
            <pc:sldMk cId="2775502098" sldId="264"/>
            <ac:spMk id="2" creationId="{CA31929A-EEE1-8758-AA18-951205159030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14:13.345" v="229" actId="20577"/>
          <ac:spMkLst>
            <pc:docMk/>
            <pc:sldMk cId="2775502098" sldId="264"/>
            <ac:spMk id="3" creationId="{6F71D1DD-78C5-6ECE-77F4-BE51B4D92C9A}"/>
          </ac:spMkLst>
        </pc:spChg>
      </pc:sldChg>
      <pc:sldChg chg="modSp add replId">
        <pc:chgData name="Vejey Gandyer" userId="S::101352235@georgebrown.ca::654274eb-e1b9-435a-ae49-a2154d32a50b" providerId="AD" clId="Web-{A5269A65-F419-48F7-861C-B225C50F35F3}" dt="2023-04-17T22:15:41.688" v="235" actId="20577"/>
        <pc:sldMkLst>
          <pc:docMk/>
          <pc:sldMk cId="328343878" sldId="265"/>
        </pc:sldMkLst>
        <pc:spChg chg="mod">
          <ac:chgData name="Vejey Gandyer" userId="S::101352235@georgebrown.ca::654274eb-e1b9-435a-ae49-a2154d32a50b" providerId="AD" clId="Web-{A5269A65-F419-48F7-861C-B225C50F35F3}" dt="2023-04-17T22:15:41.688" v="235" actId="20577"/>
          <ac:spMkLst>
            <pc:docMk/>
            <pc:sldMk cId="328343878" sldId="265"/>
            <ac:spMk id="2" creationId="{CA31929A-EEE1-8758-AA18-951205159030}"/>
          </ac:spMkLst>
        </pc:spChg>
      </pc:sldChg>
      <pc:sldChg chg="modSp add replId">
        <pc:chgData name="Vejey Gandyer" userId="S::101352235@georgebrown.ca::654274eb-e1b9-435a-ae49-a2154d32a50b" providerId="AD" clId="Web-{A5269A65-F419-48F7-861C-B225C50F35F3}" dt="2023-04-17T22:15:53.938" v="240" actId="20577"/>
        <pc:sldMkLst>
          <pc:docMk/>
          <pc:sldMk cId="3774830715" sldId="266"/>
        </pc:sldMkLst>
        <pc:spChg chg="mod">
          <ac:chgData name="Vejey Gandyer" userId="S::101352235@georgebrown.ca::654274eb-e1b9-435a-ae49-a2154d32a50b" providerId="AD" clId="Web-{A5269A65-F419-48F7-861C-B225C50F35F3}" dt="2023-04-17T22:15:53.938" v="240" actId="20577"/>
          <ac:spMkLst>
            <pc:docMk/>
            <pc:sldMk cId="3774830715" sldId="266"/>
            <ac:spMk id="2" creationId="{CA31929A-EEE1-8758-AA18-951205159030}"/>
          </ac:spMkLst>
        </pc:spChg>
      </pc:sldChg>
      <pc:sldChg chg="modSp new">
        <pc:chgData name="Vejey Gandyer" userId="S::101352235@georgebrown.ca::654274eb-e1b9-435a-ae49-a2154d32a50b" providerId="AD" clId="Web-{A5269A65-F419-48F7-861C-B225C50F35F3}" dt="2023-04-17T22:22:38.716" v="334" actId="20577"/>
        <pc:sldMkLst>
          <pc:docMk/>
          <pc:sldMk cId="3574047956" sldId="267"/>
        </pc:sldMkLst>
        <pc:spChg chg="mod">
          <ac:chgData name="Vejey Gandyer" userId="S::101352235@georgebrown.ca::654274eb-e1b9-435a-ae49-a2154d32a50b" providerId="AD" clId="Web-{A5269A65-F419-48F7-861C-B225C50F35F3}" dt="2023-04-17T22:21:02.920" v="254" actId="20577"/>
          <ac:spMkLst>
            <pc:docMk/>
            <pc:sldMk cId="3574047956" sldId="267"/>
            <ac:spMk id="2" creationId="{FFDFD66C-75E6-497C-C4D4-1C12906638B9}"/>
          </ac:spMkLst>
        </pc:spChg>
        <pc:spChg chg="mod">
          <ac:chgData name="Vejey Gandyer" userId="S::101352235@georgebrown.ca::654274eb-e1b9-435a-ae49-a2154d32a50b" providerId="AD" clId="Web-{A5269A65-F419-48F7-861C-B225C50F35F3}" dt="2023-04-17T22:22:38.716" v="334" actId="20577"/>
          <ac:spMkLst>
            <pc:docMk/>
            <pc:sldMk cId="3574047956" sldId="267"/>
            <ac:spMk id="3" creationId="{29C60893-485D-0AAC-FB7B-F6ADB173300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Iris Classifier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cs typeface="Calibri"/>
              </a:rPr>
              <a:t>Vejey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Gandyer</a:t>
            </a:r>
            <a:r>
              <a:rPr lang="en-US" dirty="0">
                <a:cs typeface="Calibri"/>
              </a:rPr>
              <a:t>  </a:t>
            </a:r>
            <a:r>
              <a:rPr lang="en-US" dirty="0" err="1">
                <a:cs typeface="Calibri"/>
              </a:rPr>
              <a:t>xxxxx</a:t>
            </a:r>
          </a:p>
          <a:p>
            <a:r>
              <a:rPr lang="en-US" dirty="0" err="1">
                <a:cs typeface="Calibri"/>
              </a:rPr>
              <a:t>STudent</a:t>
            </a:r>
            <a:r>
              <a:rPr lang="en-US" dirty="0">
                <a:cs typeface="Calibri"/>
              </a:rPr>
              <a:t> 1 </a:t>
            </a:r>
            <a:r>
              <a:rPr lang="en-US" dirty="0" err="1">
                <a:cs typeface="Calibri"/>
              </a:rPr>
              <a:t>xxxxx</a:t>
            </a:r>
          </a:p>
          <a:p>
            <a:r>
              <a:rPr lang="en-US" dirty="0">
                <a:cs typeface="Calibri"/>
              </a:rPr>
              <a:t>Student 2 </a:t>
            </a:r>
            <a:r>
              <a:rPr lang="en-US" dirty="0" err="1">
                <a:cs typeface="Calibri"/>
              </a:rPr>
              <a:t>xxxxxx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A4D7-FFEE-42D5-F7C0-D255FB326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C1DA7-4623-1F86-D71E-05B959A74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Problem</a:t>
            </a:r>
          </a:p>
          <a:p>
            <a:r>
              <a:rPr lang="en-US" dirty="0">
                <a:cs typeface="Calibri"/>
              </a:rPr>
              <a:t>Significance</a:t>
            </a:r>
          </a:p>
          <a:p>
            <a:r>
              <a:rPr lang="en-US" dirty="0">
                <a:cs typeface="Calibri"/>
              </a:rPr>
              <a:t>Past projects</a:t>
            </a:r>
          </a:p>
          <a:p>
            <a:r>
              <a:rPr lang="en-US" dirty="0">
                <a:cs typeface="Calibri"/>
              </a:rPr>
              <a:t>Methodology – ML Canvas</a:t>
            </a:r>
          </a:p>
          <a:p>
            <a:r>
              <a:rPr lang="en-US" dirty="0">
                <a:cs typeface="Calibri"/>
              </a:rPr>
              <a:t>Model Benchmarking</a:t>
            </a:r>
          </a:p>
          <a:p>
            <a:r>
              <a:rPr lang="en-US" dirty="0">
                <a:cs typeface="Calibri"/>
              </a:rPr>
              <a:t>Model Deployment</a:t>
            </a:r>
          </a:p>
          <a:p>
            <a:r>
              <a:rPr lang="en-US" dirty="0">
                <a:cs typeface="Calibri"/>
              </a:rPr>
              <a:t>Demo</a:t>
            </a:r>
          </a:p>
          <a:p>
            <a:r>
              <a:rPr lang="en-US" dirty="0">
                <a:cs typeface="Calibri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714932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7662-AED2-7524-752D-93049E33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6378A-8E36-E855-5BC2-D1921B2C8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105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7662-AED2-7524-752D-93049E33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Why this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6378A-8E36-E855-5BC2-D1921B2C8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9348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7662-AED2-7524-752D-93049E33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Literature Review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6378A-8E36-E855-5BC2-D1921B2C8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Past available projects</a:t>
            </a:r>
          </a:p>
          <a:p>
            <a:r>
              <a:rPr lang="en-US" dirty="0">
                <a:cs typeface="Calibri"/>
              </a:rPr>
              <a:t>Similar projects</a:t>
            </a:r>
          </a:p>
          <a:p>
            <a:r>
              <a:rPr lang="en-US" dirty="0">
                <a:cs typeface="Calibri"/>
              </a:rPr>
              <a:t>Drawbacks</a:t>
            </a:r>
          </a:p>
        </p:txBody>
      </p:sp>
    </p:spTree>
    <p:extLst>
      <p:ext uri="{BB962C8B-B14F-4D97-AF65-F5344CB8AC3E}">
        <p14:creationId xmlns:p14="http://schemas.microsoft.com/office/powerpoint/2010/main" val="348100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7662-AED2-7524-752D-93049E33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ML Canvas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6378A-8E36-E855-5BC2-D1921B2C8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4554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929A-EEE1-8758-AA18-95120515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Model Benchmarking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1D1DD-78C5-6ECE-77F4-BE51B4D92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79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929A-EEE1-8758-AA18-95120515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Model Deployment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1D1DD-78C5-6ECE-77F4-BE51B4D92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Notebook --&gt; Script</a:t>
            </a:r>
          </a:p>
          <a:p>
            <a:r>
              <a:rPr lang="en-US" dirty="0">
                <a:cs typeface="Calibri"/>
              </a:rPr>
              <a:t>Script --&gt; Flask / </a:t>
            </a:r>
            <a:r>
              <a:rPr lang="en-US" dirty="0" err="1">
                <a:cs typeface="Calibri"/>
              </a:rPr>
              <a:t>fastapi</a:t>
            </a:r>
            <a:r>
              <a:rPr lang="en-US" dirty="0">
                <a:cs typeface="Calibri"/>
              </a:rPr>
              <a:t> / …</a:t>
            </a:r>
          </a:p>
          <a:p>
            <a:r>
              <a:rPr lang="en-US" dirty="0">
                <a:cs typeface="Calibri"/>
              </a:rPr>
              <a:t>Docker</a:t>
            </a:r>
          </a:p>
          <a:p>
            <a:r>
              <a:rPr lang="en-US" dirty="0">
                <a:cs typeface="Calibri"/>
              </a:rPr>
              <a:t>Host in cloud / mobile</a:t>
            </a:r>
          </a:p>
        </p:txBody>
      </p:sp>
    </p:spTree>
    <p:extLst>
      <p:ext uri="{BB962C8B-B14F-4D97-AF65-F5344CB8AC3E}">
        <p14:creationId xmlns:p14="http://schemas.microsoft.com/office/powerpoint/2010/main" val="3472918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929A-EEE1-8758-AA18-95120515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Challenges &amp; Issues encountered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1D1DD-78C5-6ECE-77F4-BE51B4D92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5502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929A-EEE1-8758-AA18-95120515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1D1DD-78C5-6ECE-77F4-BE51B4D92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343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929A-EEE1-8758-AA18-95120515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 &amp; 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1D1DD-78C5-6ECE-77F4-BE51B4D92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4830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D66C-75E6-497C-C4D4-1C1290663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Presentation Bookkeeping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60893-485D-0AAC-FB7B-F6ADB1733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15 groups in total</a:t>
            </a:r>
          </a:p>
          <a:p>
            <a:r>
              <a:rPr lang="en-US" dirty="0">
                <a:cs typeface="Calibri"/>
              </a:rPr>
              <a:t>240 minutes</a:t>
            </a:r>
          </a:p>
          <a:p>
            <a:r>
              <a:rPr lang="en-US" dirty="0">
                <a:cs typeface="Calibri"/>
              </a:rPr>
              <a:t>16 minutes for each group</a:t>
            </a:r>
          </a:p>
          <a:p>
            <a:r>
              <a:rPr lang="en-US" dirty="0">
                <a:cs typeface="Calibri"/>
              </a:rPr>
              <a:t>10 minutes for presentation</a:t>
            </a:r>
          </a:p>
          <a:p>
            <a:r>
              <a:rPr lang="en-US" dirty="0">
                <a:cs typeface="Calibri"/>
              </a:rPr>
              <a:t>5 minutes for Q&amp;A</a:t>
            </a:r>
          </a:p>
          <a:p>
            <a:r>
              <a:rPr lang="en-US" dirty="0">
                <a:cs typeface="Calibri"/>
              </a:rPr>
              <a:t>1 minute for group changing</a:t>
            </a:r>
          </a:p>
        </p:txBody>
      </p:sp>
    </p:spTree>
    <p:extLst>
      <p:ext uri="{BB962C8B-B14F-4D97-AF65-F5344CB8AC3E}">
        <p14:creationId xmlns:p14="http://schemas.microsoft.com/office/powerpoint/2010/main" val="3574047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Iris Classifier</vt:lpstr>
      <vt:lpstr>Agenda</vt:lpstr>
      <vt:lpstr>Problem Statement</vt:lpstr>
      <vt:lpstr>Why this problem</vt:lpstr>
      <vt:lpstr>Literature Review</vt:lpstr>
      <vt:lpstr>ML Canvas</vt:lpstr>
      <vt:lpstr>Model Benchmarking</vt:lpstr>
      <vt:lpstr>Model Deployment</vt:lpstr>
      <vt:lpstr>Challenges &amp; Issues encountered</vt:lpstr>
      <vt:lpstr>Demo</vt:lpstr>
      <vt:lpstr>Q &amp; A</vt:lpstr>
      <vt:lpstr>Presentation Bookkeeping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69</cp:revision>
  <dcterms:created xsi:type="dcterms:W3CDTF">2023-04-17T22:06:06Z</dcterms:created>
  <dcterms:modified xsi:type="dcterms:W3CDTF">2023-04-17T22:22:39Z</dcterms:modified>
</cp:coreProperties>
</file>